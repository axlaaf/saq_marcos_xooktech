
<file path=[Content_Types].xml><?xml version="1.0" encoding="utf-8"?>
<Types xmlns="http://schemas.openxmlformats.org/package/2006/content-types">
  <Default ContentType="application/vnd.openxmlformats-package.relationships+xml" Extension="rels"/>
  <Default ContentType="image/png" Extension="png"/>
  <Default ContentType="application/xml" Extension="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8.xml"/>
  <Override ContentType="application/vnd.openxmlformats-officedocument.presentationml.notesMaster+xml" PartName="/ppt/notesMasters/notesMaster1.xml"/>
  <Override ContentType="application/vnd.openxmlformats-officedocument.presentationml.comments+xml" PartName="/ppt/comments/comment3.xml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commentAuthors+xml" PartName="/ppt/commentAuthors.xml"/>
  <Override ContentType="application/vnd.openxmlformats-officedocument.theme+xml" PartName="/ppt/theme/theme3.xml"/>
  <Override ContentType="application/vnd.openxmlformats-officedocument.theme+xml" PartName="/ppt/theme/theme2.xml"/>
  <Override ContentType="application/vnd.openxmlformats-officedocument.theme+xml" PartName="/ppt/theme/theme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6.xml"/>
  <Override ContentType="application/vnd.openxmlformats-officedocument.presentationml.slide+xml" PartName="/ppt/slides/slide21.xml"/>
  <Override ContentType="application/vnd.openxmlformats-officedocument.presentationml.slide+xml" PartName="/ppt/slides/slide2.xml"/>
  <Override ContentType="application/vnd.openxmlformats-officedocument.presentationml.slide+xml" PartName="/ppt/slides/slide26.xml"/>
  <Override ContentType="application/vnd.openxmlformats-officedocument.presentationml.slide+xml" PartName="/ppt/slides/slide25.xml"/>
  <Override ContentType="application/vnd.openxmlformats-officedocument.presentationml.slide+xml" PartName="/ppt/slides/slide6.xml"/>
  <Override ContentType="application/vnd.openxmlformats-officedocument.presentationml.slide+xml" PartName="/ppt/slides/slide3.xml"/>
  <Override ContentType="application/vnd.openxmlformats-officedocument.presentationml.slide+xml" PartName="/ppt/slides/slide33.xml"/>
  <Override ContentType="application/vnd.openxmlformats-officedocument.presentationml.slide+xml" PartName="/ppt/slides/slide17.xml"/>
  <Override ContentType="application/vnd.openxmlformats-officedocument.presentationml.slide+xml" PartName="/ppt/slides/slide24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0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29.xml"/>
  <Override ContentType="application/vnd.openxmlformats-officedocument.presentationml.slide+xml" PartName="/ppt/slides/slide9.xml"/>
  <Override ContentType="application/vnd.openxmlformats-officedocument.presentationml.slide+xml" PartName="/ppt/slides/slide18.xml"/>
  <Override ContentType="application/vnd.openxmlformats-officedocument.presentationml.slide+xml" PartName="/ppt/slides/slide15.xml"/>
  <Override ContentType="application/vnd.openxmlformats-officedocument.presentationml.slide+xml" PartName="/ppt/slides/slide7.xml"/>
  <Override ContentType="application/vnd.openxmlformats-officedocument.presentationml.slide+xml" PartName="/ppt/slides/slide30.xml"/>
  <Override ContentType="application/vnd.openxmlformats-officedocument.presentationml.slide+xml" PartName="/ppt/slides/slide8.xml"/>
  <Override ContentType="application/vnd.openxmlformats-officedocument.presentationml.slide+xml" PartName="/ppt/slides/slide27.xml"/>
  <Override ContentType="application/vnd.openxmlformats-officedocument.presentationml.slide+xml" PartName="/ppt/slides/slide19.xml"/>
  <Override ContentType="application/vnd.openxmlformats-officedocument.presentationml.slide+xml" PartName="/ppt/slides/slide28.xml"/>
  <Override ContentType="application/vnd.openxmlformats-officedocument.presentationml.slide+xml" PartName="/ppt/slides/slide4.xml"/>
  <Override ContentType="application/vnd.openxmlformats-officedocument.presentationml.slide+xml" PartName="/ppt/slides/slide14.xml"/>
  <Override ContentType="application/vnd.openxmlformats-officedocument.presentationml.slide+xml" PartName="/ppt/slides/slide5.xml"/>
  <Override ContentType="application/vnd.openxmlformats-officedocument.presentationml.slide+xml" PartName="/ppt/slides/slide22.xml"/>
  <Override ContentType="application/vnd.openxmlformats-officedocument.presentationml.tableStyles+xml" PartName="/ppt/tableStyle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defaultTextStyle>
    <a:defPPr marR="0" rtl="0" algn="l">
      <a:lnSpc>
        <a:spcPct val="100000"/>
      </a:lnSpc>
      <a:spcBef>
        <a:spcPts val="0"/>
      </a:spcBef>
      <a:spcAft>
        <a:spcPts val="0"/>
      </a:spcAft>
    </a:defPPr>
    <a:lvl1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mAuthor clrIdx="0" id="0" initials="" lastIdx="6" name="Eduardo Benjamín Canche Vázquez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90651C3A-4460-11DB-9652-00E08161165F}"/>
</file>

<file path=ppt/_rels/presentation.xml.rels><?xml version="1.0" encoding="UTF-8" standalone="yes"?><Relationships xmlns="http://schemas.openxmlformats.org/package/2006/relationships"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19" Type="http://schemas.openxmlformats.org/officeDocument/2006/relationships/slide" Target="slides/slide13.xml"/><Relationship Id="rId36" Type="http://schemas.openxmlformats.org/officeDocument/2006/relationships/slide" Target="slides/slide30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12" Type="http://schemas.openxmlformats.org/officeDocument/2006/relationships/slide" Target="slides/slide6.xml"/><Relationship Id="rId31" Type="http://schemas.openxmlformats.org/officeDocument/2006/relationships/slide" Target="slides/slide25.xml"/><Relationship Id="rId13" Type="http://schemas.openxmlformats.org/officeDocument/2006/relationships/slide" Target="slides/slide7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29" Type="http://schemas.openxmlformats.org/officeDocument/2006/relationships/slide" Target="slides/slide2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" Type="http://schemas.openxmlformats.org/officeDocument/2006/relationships/presProps" Target="presProps.xml"/><Relationship Id="rId21" Type="http://schemas.openxmlformats.org/officeDocument/2006/relationships/slide" Target="slides/slide15.xml"/><Relationship Id="rId1" Type="http://schemas.openxmlformats.org/officeDocument/2006/relationships/theme" Target="theme/theme2.xml"/><Relationship Id="rId22" Type="http://schemas.openxmlformats.org/officeDocument/2006/relationships/slide" Target="slides/slide16.xml"/><Relationship Id="rId4" Type="http://schemas.openxmlformats.org/officeDocument/2006/relationships/commentAuthors" Target="commentAuthors.xml"/><Relationship Id="rId23" Type="http://schemas.openxmlformats.org/officeDocument/2006/relationships/slide" Target="slides/slide17.xml"/><Relationship Id="rId3" Type="http://schemas.openxmlformats.org/officeDocument/2006/relationships/tableStyles" Target="tableStyles.xml"/><Relationship Id="rId24" Type="http://schemas.openxmlformats.org/officeDocument/2006/relationships/slide" Target="slides/slide18.xml"/><Relationship Id="rId20" Type="http://schemas.openxmlformats.org/officeDocument/2006/relationships/slide" Target="slides/slide14.xml"/><Relationship Id="rId9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8" Type="http://schemas.openxmlformats.org/officeDocument/2006/relationships/slide" Target="slides/slide2.xml"/><Relationship Id="rId7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m authorId="0" idx="1">
    <p:pos x="6000" y="0"/>
    <p:text>+abner.colli.ac@gmail.com +romario_lopezc@hotmail.com +goblox44@gmail.com +nike-o_94@hotmail.com</p:text>
  </p:cm>
  <p:cm authorId="0" idx="2">
    <p:pos x="6000" y="100"/>
    <p:text>+nike-o_94@hotmail.com  +goblox44@gmail.com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m authorId="0" idx="6">
    <p:pos x="6000" y="0"/>
    <p:text>+goblox44@gmail.com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m authorId="0" idx="3">
    <p:pos x="6000" y="0"/>
    <p:text>pones lo que quieras +goblox44@gmail.com</p:text>
  </p:cm>
  <p:cm authorId="0" idx="4">
    <p:pos x="6000" y="100"/>
    <p:text>Pones el link a tu proceso</p:text>
  </p:cm>
  <p:cm authorId="0" idx="5">
    <p:pos x="6000" y="200"/>
    <p:text>+nike-o_94@hotmail.com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" name="Shape 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7" name="Shape 4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" name="Shape 5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9" name="Shape 5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5" name="Shape 6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1" name="Shape 7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" name="Shape 7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4" name="Shape 8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0" name="Shape 9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6" name="Shape 9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2" name="Shape 10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7" name="Shape 10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4" name="Shape 11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1" name="Shape 12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8" name="Shape 12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5" name="Shape 13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2" name="Shape 14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8" name="Shape 14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5" name="Shape 15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1" name="Shape 16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8" name="Shape 16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4" name="Shape 17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0" name="Shape 18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5" name="Shape 18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2" name="Shape 19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9" name="Shape 19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05" name="Shape 20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1" name="Shape 21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7" name="Shape 21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3" name="Shape 22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9" name="Shape 22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5" name="Shape 23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41" name="Shape 24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47" name="Shape 24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4724400" y="0"/>
            <a:ext cx="3012140" cy="5140547"/>
          </a:xfrm>
          <a:custGeom>
            <a:pathLst>
              <a:path extrusionOk="0" h="6854064" w="3012141">
                <a:moveTo>
                  <a:pt x="2623817" y="0"/>
                </a:moveTo>
                <a:lnTo>
                  <a:pt x="2791741" y="608783"/>
                </a:lnTo>
                <a:lnTo>
                  <a:pt x="1826176" y="1301537"/>
                </a:lnTo>
                <a:lnTo>
                  <a:pt x="2130539" y="2466623"/>
                </a:lnTo>
                <a:lnTo>
                  <a:pt x="1175470" y="3190866"/>
                </a:lnTo>
                <a:lnTo>
                  <a:pt x="1469337" y="4355952"/>
                </a:lnTo>
                <a:lnTo>
                  <a:pt x="493277" y="5080194"/>
                </a:lnTo>
                <a:lnTo>
                  <a:pt x="808135" y="6255776"/>
                </a:lnTo>
                <a:lnTo>
                  <a:pt x="0" y="6854064"/>
                </a:lnTo>
                <a:lnTo>
                  <a:pt x="388325" y="6854064"/>
                </a:lnTo>
                <a:lnTo>
                  <a:pt x="1007545" y="6308258"/>
                </a:lnTo>
                <a:lnTo>
                  <a:pt x="713678" y="5122179"/>
                </a:lnTo>
                <a:lnTo>
                  <a:pt x="1679242" y="4408433"/>
                </a:lnTo>
                <a:lnTo>
                  <a:pt x="1364384" y="3232851"/>
                </a:lnTo>
                <a:lnTo>
                  <a:pt x="2361435" y="2498112"/>
                </a:lnTo>
                <a:lnTo>
                  <a:pt x="2015091" y="1343522"/>
                </a:lnTo>
                <a:lnTo>
                  <a:pt x="3012141" y="608783"/>
                </a:lnTo>
                <a:lnTo>
                  <a:pt x="2833722" y="0"/>
                </a:lnTo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grpSp>
        <p:nvGrpSpPr>
          <p:cNvPr id="11" name="Shape 11"/>
          <p:cNvGrpSpPr/>
          <p:nvPr/>
        </p:nvGrpSpPr>
        <p:grpSpPr>
          <a:xfrm>
            <a:off x="4571999" y="0"/>
            <a:ext cx="4546600" cy="5143499"/>
            <a:chOff x="1447" y="0"/>
            <a:chExt cx="2863" cy="4319"/>
          </a:xfrm>
        </p:grpSpPr>
        <p:sp>
          <p:nvSpPr>
            <p:cNvPr id="12" name="Shape 12"/>
            <p:cNvSpPr/>
            <p:nvPr/>
          </p:nvSpPr>
          <p:spPr>
            <a:xfrm>
              <a:off x="1447" y="0"/>
              <a:ext cx="1885" cy="4319"/>
            </a:xfrm>
            <a:custGeom>
              <a:pathLst>
                <a:path extrusionOk="0" h="4320" w="1886">
                  <a:moveTo>
                    <a:pt x="1719" y="0"/>
                  </a:moveTo>
                  <a:lnTo>
                    <a:pt x="1813" y="357"/>
                  </a:lnTo>
                  <a:lnTo>
                    <a:pt x="1194" y="805"/>
                  </a:lnTo>
                  <a:lnTo>
                    <a:pt x="1393" y="1544"/>
                  </a:lnTo>
                  <a:lnTo>
                    <a:pt x="777" y="1991"/>
                  </a:lnTo>
                  <a:lnTo>
                    <a:pt x="972" y="2734"/>
                  </a:lnTo>
                  <a:lnTo>
                    <a:pt x="355" y="3178"/>
                  </a:lnTo>
                  <a:lnTo>
                    <a:pt x="554" y="3921"/>
                  </a:lnTo>
                  <a:lnTo>
                    <a:pt x="0" y="4320"/>
                  </a:lnTo>
                  <a:lnTo>
                    <a:pt x="109" y="4320"/>
                  </a:lnTo>
                  <a:lnTo>
                    <a:pt x="623" y="3948"/>
                  </a:lnTo>
                  <a:lnTo>
                    <a:pt x="430" y="3205"/>
                  </a:lnTo>
                  <a:lnTo>
                    <a:pt x="1045" y="2761"/>
                  </a:lnTo>
                  <a:lnTo>
                    <a:pt x="850" y="2018"/>
                  </a:lnTo>
                  <a:lnTo>
                    <a:pt x="1468" y="1572"/>
                  </a:lnTo>
                  <a:lnTo>
                    <a:pt x="1271" y="830"/>
                  </a:lnTo>
                  <a:lnTo>
                    <a:pt x="1886" y="386"/>
                  </a:lnTo>
                  <a:lnTo>
                    <a:pt x="1788" y="0"/>
                  </a:lnTo>
                  <a:lnTo>
                    <a:pt x="1719" y="0"/>
                  </a:lnTo>
                  <a:close/>
                </a:path>
              </a:pathLst>
            </a:custGeom>
            <a:solidFill>
              <a:srgbClr val="A64129"/>
            </a:solidFill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3" name="Shape 13"/>
            <p:cNvSpPr/>
            <p:nvPr/>
          </p:nvSpPr>
          <p:spPr>
            <a:xfrm>
              <a:off x="1559" y="0"/>
              <a:ext cx="1978" cy="4319"/>
            </a:xfrm>
            <a:custGeom>
              <a:pathLst>
                <a:path extrusionOk="0" h="4320" w="1979">
                  <a:moveTo>
                    <a:pt x="1673" y="0"/>
                  </a:moveTo>
                  <a:lnTo>
                    <a:pt x="1777" y="382"/>
                  </a:lnTo>
                  <a:lnTo>
                    <a:pt x="1160" y="830"/>
                  </a:lnTo>
                  <a:lnTo>
                    <a:pt x="1357" y="1570"/>
                  </a:lnTo>
                  <a:lnTo>
                    <a:pt x="743" y="2016"/>
                  </a:lnTo>
                  <a:lnTo>
                    <a:pt x="936" y="2759"/>
                  </a:lnTo>
                  <a:lnTo>
                    <a:pt x="319" y="3204"/>
                  </a:lnTo>
                  <a:lnTo>
                    <a:pt x="517" y="3947"/>
                  </a:lnTo>
                  <a:lnTo>
                    <a:pt x="0" y="4320"/>
                  </a:lnTo>
                  <a:lnTo>
                    <a:pt x="304" y="4320"/>
                  </a:lnTo>
                  <a:lnTo>
                    <a:pt x="717" y="4025"/>
                  </a:lnTo>
                  <a:lnTo>
                    <a:pt x="521" y="3280"/>
                  </a:lnTo>
                  <a:lnTo>
                    <a:pt x="1136" y="2836"/>
                  </a:lnTo>
                  <a:lnTo>
                    <a:pt x="941" y="2093"/>
                  </a:lnTo>
                  <a:lnTo>
                    <a:pt x="1559" y="1648"/>
                  </a:lnTo>
                  <a:lnTo>
                    <a:pt x="1362" y="905"/>
                  </a:lnTo>
                  <a:lnTo>
                    <a:pt x="1979" y="461"/>
                  </a:lnTo>
                  <a:lnTo>
                    <a:pt x="1859" y="0"/>
                  </a:lnTo>
                  <a:lnTo>
                    <a:pt x="1673" y="0"/>
                  </a:lnTo>
                  <a:close/>
                </a:path>
              </a:pathLst>
            </a:custGeom>
            <a:solidFill>
              <a:srgbClr val="384452"/>
            </a:solidFill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4" name="Shape 14"/>
            <p:cNvSpPr/>
            <p:nvPr/>
          </p:nvSpPr>
          <p:spPr>
            <a:xfrm>
              <a:off x="2090" y="0"/>
              <a:ext cx="1805" cy="4319"/>
            </a:xfrm>
            <a:custGeom>
              <a:pathLst>
                <a:path extrusionOk="0" h="4320" w="1806">
                  <a:moveTo>
                    <a:pt x="1462" y="0"/>
                  </a:moveTo>
                  <a:lnTo>
                    <a:pt x="1604" y="510"/>
                  </a:lnTo>
                  <a:lnTo>
                    <a:pt x="987" y="958"/>
                  </a:lnTo>
                  <a:lnTo>
                    <a:pt x="1183" y="1696"/>
                  </a:lnTo>
                  <a:lnTo>
                    <a:pt x="570" y="2142"/>
                  </a:lnTo>
                  <a:lnTo>
                    <a:pt x="764" y="2885"/>
                  </a:lnTo>
                  <a:lnTo>
                    <a:pt x="147" y="3329"/>
                  </a:lnTo>
                  <a:lnTo>
                    <a:pt x="344" y="4072"/>
                  </a:lnTo>
                  <a:lnTo>
                    <a:pt x="0" y="4320"/>
                  </a:lnTo>
                  <a:lnTo>
                    <a:pt x="304" y="4320"/>
                  </a:lnTo>
                  <a:lnTo>
                    <a:pt x="544" y="4151"/>
                  </a:lnTo>
                  <a:lnTo>
                    <a:pt x="349" y="3406"/>
                  </a:lnTo>
                  <a:lnTo>
                    <a:pt x="965" y="2961"/>
                  </a:lnTo>
                  <a:lnTo>
                    <a:pt x="768" y="2220"/>
                  </a:lnTo>
                  <a:lnTo>
                    <a:pt x="1385" y="1776"/>
                  </a:lnTo>
                  <a:lnTo>
                    <a:pt x="1189" y="1031"/>
                  </a:lnTo>
                  <a:lnTo>
                    <a:pt x="1806" y="586"/>
                  </a:lnTo>
                  <a:lnTo>
                    <a:pt x="1647" y="0"/>
                  </a:lnTo>
                  <a:lnTo>
                    <a:pt x="1462" y="0"/>
                  </a:lnTo>
                  <a:close/>
                </a:path>
              </a:pathLst>
            </a:custGeom>
            <a:solidFill>
              <a:srgbClr val="F68C1F"/>
            </a:solidFill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5" name="Shape 15"/>
            <p:cNvSpPr/>
            <p:nvPr/>
          </p:nvSpPr>
          <p:spPr>
            <a:xfrm>
              <a:off x="2463" y="0"/>
              <a:ext cx="1847" cy="4319"/>
            </a:xfrm>
            <a:custGeom>
              <a:pathLst>
                <a:path extrusionOk="0" h="4320" w="1848">
                  <a:moveTo>
                    <a:pt x="1311" y="0"/>
                  </a:moveTo>
                  <a:lnTo>
                    <a:pt x="1475" y="606"/>
                  </a:lnTo>
                  <a:lnTo>
                    <a:pt x="856" y="1055"/>
                  </a:lnTo>
                  <a:lnTo>
                    <a:pt x="1054" y="1794"/>
                  </a:lnTo>
                  <a:lnTo>
                    <a:pt x="439" y="2240"/>
                  </a:lnTo>
                  <a:lnTo>
                    <a:pt x="634" y="2981"/>
                  </a:lnTo>
                  <a:lnTo>
                    <a:pt x="16" y="3428"/>
                  </a:lnTo>
                  <a:lnTo>
                    <a:pt x="215" y="4169"/>
                  </a:lnTo>
                  <a:lnTo>
                    <a:pt x="0" y="4320"/>
                  </a:lnTo>
                  <a:lnTo>
                    <a:pt x="570" y="4320"/>
                  </a:lnTo>
                  <a:lnTo>
                    <a:pt x="584" y="4304"/>
                  </a:lnTo>
                  <a:lnTo>
                    <a:pt x="391" y="3570"/>
                  </a:lnTo>
                  <a:lnTo>
                    <a:pt x="1005" y="3118"/>
                  </a:lnTo>
                  <a:lnTo>
                    <a:pt x="810" y="2380"/>
                  </a:lnTo>
                  <a:lnTo>
                    <a:pt x="1422" y="1936"/>
                  </a:lnTo>
                  <a:lnTo>
                    <a:pt x="1229" y="1193"/>
                  </a:lnTo>
                  <a:lnTo>
                    <a:pt x="1848" y="743"/>
                  </a:lnTo>
                  <a:lnTo>
                    <a:pt x="1650" y="0"/>
                  </a:lnTo>
                  <a:lnTo>
                    <a:pt x="1311" y="0"/>
                  </a:lnTo>
                  <a:close/>
                </a:path>
              </a:pathLst>
            </a:custGeom>
            <a:solidFill>
              <a:srgbClr val="A4BDC0"/>
            </a:solidFill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Shape 16"/>
          <p:cNvSpPr txBox="1"/>
          <p:nvPr>
            <p:ph type="ctrTitle"/>
          </p:nvPr>
        </p:nvSpPr>
        <p:spPr>
          <a:xfrm>
            <a:off x="685800" y="746438"/>
            <a:ext cx="5258700" cy="11586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>
              <a:spcBef>
                <a:spcPts val="0"/>
              </a:spcBef>
              <a:buSzPct val="100000"/>
              <a:defRPr sz="4800"/>
            </a:lvl1pPr>
            <a:lvl2pPr>
              <a:spcBef>
                <a:spcPts val="0"/>
              </a:spcBef>
              <a:buSzPct val="100000"/>
              <a:defRPr sz="4800"/>
            </a:lvl2pPr>
            <a:lvl3pPr>
              <a:spcBef>
                <a:spcPts val="0"/>
              </a:spcBef>
              <a:buSzPct val="100000"/>
              <a:defRPr sz="4800"/>
            </a:lvl3pPr>
            <a:lvl4pPr>
              <a:spcBef>
                <a:spcPts val="0"/>
              </a:spcBef>
              <a:buSzPct val="100000"/>
              <a:defRPr sz="4800"/>
            </a:lvl4pPr>
            <a:lvl5pPr>
              <a:spcBef>
                <a:spcPts val="0"/>
              </a:spcBef>
              <a:buSzPct val="100000"/>
              <a:defRPr sz="4800"/>
            </a:lvl5pPr>
            <a:lvl6pPr>
              <a:spcBef>
                <a:spcPts val="0"/>
              </a:spcBef>
              <a:buSzPct val="100000"/>
              <a:defRPr sz="4800"/>
            </a:lvl6pPr>
            <a:lvl7pPr>
              <a:spcBef>
                <a:spcPts val="0"/>
              </a:spcBef>
              <a:buSzPct val="100000"/>
              <a:defRPr sz="4800"/>
            </a:lvl7pPr>
            <a:lvl8pPr>
              <a:spcBef>
                <a:spcPts val="0"/>
              </a:spcBef>
              <a:buSzPct val="100000"/>
              <a:defRPr sz="4800"/>
            </a:lvl8pPr>
            <a:lvl9pPr>
              <a:spcBef>
                <a:spcPts val="0"/>
              </a:spcBef>
              <a:buSzPct val="100000"/>
              <a:defRPr sz="4800"/>
            </a:lvl9pPr>
          </a:lstStyle>
          <a:p/>
        </p:txBody>
      </p:sp>
      <p:sp>
        <p:nvSpPr>
          <p:cNvPr id="17" name="Shape 17"/>
          <p:cNvSpPr txBox="1"/>
          <p:nvPr>
            <p:ph idx="1" type="subTitle"/>
          </p:nvPr>
        </p:nvSpPr>
        <p:spPr>
          <a:xfrm>
            <a:off x="685800" y="1986416"/>
            <a:ext cx="5258700" cy="7728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>
              <a:spcBef>
                <a:spcPts val="0"/>
              </a:spcBef>
              <a:buNone/>
              <a:defRPr/>
            </a:lvl1pPr>
            <a:lvl2pPr>
              <a:spcBef>
                <a:spcPts val="0"/>
              </a:spcBef>
              <a:buSzPct val="100000"/>
              <a:buNone/>
              <a:defRPr sz="3000"/>
            </a:lvl2pPr>
            <a:lvl3pPr>
              <a:spcBef>
                <a:spcPts val="0"/>
              </a:spcBef>
              <a:buSzPct val="100000"/>
              <a:buNone/>
              <a:defRPr sz="3000"/>
            </a:lvl3pPr>
            <a:lvl4pPr>
              <a:spcBef>
                <a:spcPts val="0"/>
              </a:spcBef>
              <a:buSzPct val="100000"/>
              <a:buNone/>
              <a:defRPr sz="3000"/>
            </a:lvl4pPr>
            <a:lvl5pPr>
              <a:spcBef>
                <a:spcPts val="0"/>
              </a:spcBef>
              <a:buSzPct val="100000"/>
              <a:buNone/>
              <a:defRPr sz="3000"/>
            </a:lvl5pPr>
            <a:lvl6pPr>
              <a:spcBef>
                <a:spcPts val="0"/>
              </a:spcBef>
              <a:buSzPct val="100000"/>
              <a:buNone/>
              <a:defRPr sz="3000"/>
            </a:lvl6pPr>
            <a:lvl7pPr>
              <a:spcBef>
                <a:spcPts val="0"/>
              </a:spcBef>
              <a:buSzPct val="100000"/>
              <a:buNone/>
              <a:defRPr sz="3000"/>
            </a:lvl7pPr>
            <a:lvl8pPr>
              <a:spcBef>
                <a:spcPts val="0"/>
              </a:spcBef>
              <a:buSzPct val="100000"/>
              <a:buNone/>
              <a:defRPr sz="3000"/>
            </a:lvl8pPr>
            <a:lvl9pPr>
              <a:spcBef>
                <a:spcPts val="0"/>
              </a:spcBef>
              <a:buSzPct val="100000"/>
              <a:buNone/>
              <a:defRPr sz="3000"/>
            </a:lvl9pPr>
          </a:lstStyle>
          <a:p/>
        </p:txBody>
      </p:sp>
      <p:sp>
        <p:nvSpPr>
          <p:cNvPr id="18" name="Shape 18"/>
          <p:cNvSpPr txBox="1"/>
          <p:nvPr>
            <p:ph idx="12" type="sldNum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>
            <a:lvl1pPr>
              <a:spcBef>
                <a:spcPts val="0"/>
              </a:spcBef>
              <a:buNone/>
              <a:defRPr/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s-419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 rot="-5400000">
            <a:off x="6431898" y="2431398"/>
            <a:ext cx="904306" cy="4519896"/>
          </a:xfrm>
          <a:custGeom>
            <a:pathLst>
              <a:path extrusionOk="0" h="4519897" w="1205742">
                <a:moveTo>
                  <a:pt x="924" y="0"/>
                </a:moveTo>
                <a:cubicBezTo>
                  <a:pt x="6351" y="1497993"/>
                  <a:pt x="-3772" y="3021904"/>
                  <a:pt x="1655" y="4519897"/>
                </a:cubicBezTo>
                <a:lnTo>
                  <a:pt x="831272" y="4518403"/>
                </a:lnTo>
                <a:lnTo>
                  <a:pt x="1205742" y="3850819"/>
                </a:lnTo>
                <a:lnTo>
                  <a:pt x="359114" y="3126246"/>
                </a:lnTo>
                <a:lnTo>
                  <a:pt x="880116" y="2173718"/>
                </a:lnTo>
                <a:lnTo>
                  <a:pt x="49768" y="1449145"/>
                </a:lnTo>
                <a:lnTo>
                  <a:pt x="562630" y="480334"/>
                </a:lnTo>
                <a:lnTo>
                  <a:pt x="9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1" name="Shape 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  <p:sp>
        <p:nvSpPr>
          <p:cNvPr id="23" name="Shape 23"/>
          <p:cNvSpPr txBox="1"/>
          <p:nvPr>
            <p:ph idx="12" type="sldNum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>
            <a:lvl1pPr>
              <a:spcBef>
                <a:spcPts val="0"/>
              </a:spcBef>
              <a:buNone/>
              <a:defRPr/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s-419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/>
          <p:nvPr/>
        </p:nvSpPr>
        <p:spPr>
          <a:xfrm rot="-5400000">
            <a:off x="6431898" y="2431398"/>
            <a:ext cx="904306" cy="4519896"/>
          </a:xfrm>
          <a:custGeom>
            <a:pathLst>
              <a:path extrusionOk="0" h="4519897" w="1205742">
                <a:moveTo>
                  <a:pt x="924" y="0"/>
                </a:moveTo>
                <a:cubicBezTo>
                  <a:pt x="6351" y="1497993"/>
                  <a:pt x="-3772" y="3021904"/>
                  <a:pt x="1655" y="4519897"/>
                </a:cubicBezTo>
                <a:lnTo>
                  <a:pt x="831272" y="4518403"/>
                </a:lnTo>
                <a:lnTo>
                  <a:pt x="1205742" y="3850819"/>
                </a:lnTo>
                <a:lnTo>
                  <a:pt x="359114" y="3126246"/>
                </a:lnTo>
                <a:lnTo>
                  <a:pt x="880116" y="2173718"/>
                </a:lnTo>
                <a:lnTo>
                  <a:pt x="49768" y="1449145"/>
                </a:lnTo>
                <a:lnTo>
                  <a:pt x="562630" y="480334"/>
                </a:lnTo>
                <a:lnTo>
                  <a:pt x="924" y="0"/>
                </a:lnTo>
                <a:close/>
              </a:path>
            </a:pathLst>
          </a:custGeom>
          <a:solidFill>
            <a:srgbClr val="A5BDC0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6" name="Shape 2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>
              <a:spcBef>
                <a:spcPts val="0"/>
              </a:spcBef>
              <a:defRPr>
                <a:solidFill>
                  <a:srgbClr val="A64128"/>
                </a:solidFill>
              </a:defRPr>
            </a:lvl1pPr>
            <a:lvl2pPr>
              <a:spcBef>
                <a:spcPts val="0"/>
              </a:spcBef>
              <a:defRPr>
                <a:solidFill>
                  <a:srgbClr val="A64128"/>
                </a:solidFill>
              </a:defRPr>
            </a:lvl2pPr>
            <a:lvl3pPr>
              <a:spcBef>
                <a:spcPts val="0"/>
              </a:spcBef>
              <a:defRPr>
                <a:solidFill>
                  <a:srgbClr val="A64128"/>
                </a:solidFill>
              </a:defRPr>
            </a:lvl3pPr>
            <a:lvl4pPr>
              <a:spcBef>
                <a:spcPts val="0"/>
              </a:spcBef>
              <a:defRPr>
                <a:solidFill>
                  <a:srgbClr val="A64128"/>
                </a:solidFill>
              </a:defRPr>
            </a:lvl4pPr>
            <a:lvl5pPr>
              <a:spcBef>
                <a:spcPts val="0"/>
              </a:spcBef>
              <a:defRPr>
                <a:solidFill>
                  <a:srgbClr val="A64128"/>
                </a:solidFill>
              </a:defRPr>
            </a:lvl5pPr>
            <a:lvl6pPr>
              <a:spcBef>
                <a:spcPts val="0"/>
              </a:spcBef>
              <a:defRPr>
                <a:solidFill>
                  <a:srgbClr val="A64128"/>
                </a:solidFill>
              </a:defRPr>
            </a:lvl6pPr>
            <a:lvl7pPr>
              <a:spcBef>
                <a:spcPts val="0"/>
              </a:spcBef>
              <a:defRPr>
                <a:solidFill>
                  <a:srgbClr val="A64128"/>
                </a:solidFill>
              </a:defRPr>
            </a:lvl7pPr>
            <a:lvl8pPr>
              <a:spcBef>
                <a:spcPts val="0"/>
              </a:spcBef>
              <a:defRPr>
                <a:solidFill>
                  <a:srgbClr val="A64128"/>
                </a:solidFill>
              </a:defRPr>
            </a:lvl8pPr>
            <a:lvl9pPr>
              <a:spcBef>
                <a:spcPts val="0"/>
              </a:spcBef>
              <a:defRPr>
                <a:solidFill>
                  <a:srgbClr val="A64128"/>
                </a:solidFill>
              </a:defRPr>
            </a:lvl9pPr>
          </a:lstStyle>
          <a:p/>
        </p:txBody>
      </p:sp>
      <p:sp>
        <p:nvSpPr>
          <p:cNvPr id="27" name="Shape 27"/>
          <p:cNvSpPr txBox="1"/>
          <p:nvPr>
            <p:ph idx="1" type="body"/>
          </p:nvPr>
        </p:nvSpPr>
        <p:spPr>
          <a:xfrm>
            <a:off x="457200" y="1200150"/>
            <a:ext cx="3994500" cy="3725699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  <p:sp>
        <p:nvSpPr>
          <p:cNvPr id="28" name="Shape 28"/>
          <p:cNvSpPr txBox="1"/>
          <p:nvPr>
            <p:ph idx="2" type="body"/>
          </p:nvPr>
        </p:nvSpPr>
        <p:spPr>
          <a:xfrm>
            <a:off x="4692273" y="1200150"/>
            <a:ext cx="3994500" cy="3725699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  <p:sp>
        <p:nvSpPr>
          <p:cNvPr id="29" name="Shape 29"/>
          <p:cNvSpPr txBox="1"/>
          <p:nvPr>
            <p:ph idx="12" type="sldNum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>
            <a:lvl1pPr>
              <a:spcBef>
                <a:spcPts val="0"/>
              </a:spcBef>
              <a:buNone/>
              <a:defRPr/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s-419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  <p:sp>
        <p:nvSpPr>
          <p:cNvPr id="32" name="Shape 32"/>
          <p:cNvSpPr/>
          <p:nvPr/>
        </p:nvSpPr>
        <p:spPr>
          <a:xfrm rot="-5400000">
            <a:off x="6431898" y="2431398"/>
            <a:ext cx="904306" cy="4519896"/>
          </a:xfrm>
          <a:custGeom>
            <a:pathLst>
              <a:path extrusionOk="0" h="4519897" w="1205742">
                <a:moveTo>
                  <a:pt x="924" y="0"/>
                </a:moveTo>
                <a:cubicBezTo>
                  <a:pt x="6351" y="1497993"/>
                  <a:pt x="-3772" y="3021904"/>
                  <a:pt x="1655" y="4519897"/>
                </a:cubicBezTo>
                <a:lnTo>
                  <a:pt x="831272" y="4518403"/>
                </a:lnTo>
                <a:lnTo>
                  <a:pt x="1205742" y="3850819"/>
                </a:lnTo>
                <a:lnTo>
                  <a:pt x="359114" y="3126246"/>
                </a:lnTo>
                <a:lnTo>
                  <a:pt x="880116" y="2173718"/>
                </a:lnTo>
                <a:lnTo>
                  <a:pt x="49768" y="1449145"/>
                </a:lnTo>
                <a:lnTo>
                  <a:pt x="562630" y="480334"/>
                </a:lnTo>
                <a:lnTo>
                  <a:pt x="9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3" name="Shape 33"/>
          <p:cNvSpPr txBox="1"/>
          <p:nvPr>
            <p:ph idx="12" type="sldNum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>
            <a:lvl1pPr>
              <a:spcBef>
                <a:spcPts val="0"/>
              </a:spcBef>
              <a:buNone/>
              <a:defRPr/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s-419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/>
          <p:nvPr>
            <p:ph idx="1" type="body"/>
          </p:nvPr>
        </p:nvSpPr>
        <p:spPr>
          <a:xfrm>
            <a:off x="457200" y="4406309"/>
            <a:ext cx="8229600" cy="519599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1800">
                <a:solidFill>
                  <a:schemeClr val="dk1"/>
                </a:solidFill>
              </a:defRPr>
            </a:lvl1pPr>
          </a:lstStyle>
          <a:p/>
        </p:txBody>
      </p:sp>
      <p:sp>
        <p:nvSpPr>
          <p:cNvPr id="36" name="Shape 36"/>
          <p:cNvSpPr/>
          <p:nvPr/>
        </p:nvSpPr>
        <p:spPr>
          <a:xfrm rot="10800000">
            <a:off x="7938258" y="0"/>
            <a:ext cx="1205741" cy="3389922"/>
          </a:xfrm>
          <a:custGeom>
            <a:pathLst>
              <a:path extrusionOk="0" h="4519897" w="1205742">
                <a:moveTo>
                  <a:pt x="924" y="0"/>
                </a:moveTo>
                <a:cubicBezTo>
                  <a:pt x="6351" y="1497993"/>
                  <a:pt x="-3772" y="3021904"/>
                  <a:pt x="1655" y="4519897"/>
                </a:cubicBezTo>
                <a:lnTo>
                  <a:pt x="831272" y="4518403"/>
                </a:lnTo>
                <a:lnTo>
                  <a:pt x="1205742" y="3850819"/>
                </a:lnTo>
                <a:lnTo>
                  <a:pt x="359114" y="3126246"/>
                </a:lnTo>
                <a:lnTo>
                  <a:pt x="880116" y="2173718"/>
                </a:lnTo>
                <a:lnTo>
                  <a:pt x="49768" y="1449145"/>
                </a:lnTo>
                <a:lnTo>
                  <a:pt x="562630" y="480334"/>
                </a:lnTo>
                <a:lnTo>
                  <a:pt x="9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7" name="Shape 37"/>
          <p:cNvSpPr/>
          <p:nvPr/>
        </p:nvSpPr>
        <p:spPr>
          <a:xfrm rot="5400000">
            <a:off x="1807794" y="-1807795"/>
            <a:ext cx="904306" cy="4519896"/>
          </a:xfrm>
          <a:custGeom>
            <a:pathLst>
              <a:path extrusionOk="0" h="4519897" w="1205742">
                <a:moveTo>
                  <a:pt x="924" y="0"/>
                </a:moveTo>
                <a:cubicBezTo>
                  <a:pt x="6351" y="1497993"/>
                  <a:pt x="-3772" y="3021904"/>
                  <a:pt x="1655" y="4519897"/>
                </a:cubicBezTo>
                <a:lnTo>
                  <a:pt x="831272" y="4518403"/>
                </a:lnTo>
                <a:lnTo>
                  <a:pt x="1205742" y="3850819"/>
                </a:lnTo>
                <a:lnTo>
                  <a:pt x="359114" y="3126246"/>
                </a:lnTo>
                <a:lnTo>
                  <a:pt x="880116" y="2173718"/>
                </a:lnTo>
                <a:lnTo>
                  <a:pt x="49768" y="1449145"/>
                </a:lnTo>
                <a:lnTo>
                  <a:pt x="562630" y="480334"/>
                </a:lnTo>
                <a:lnTo>
                  <a:pt x="9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8" name="Shape 38"/>
          <p:cNvSpPr txBox="1"/>
          <p:nvPr>
            <p:ph idx="12" type="sldNum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>
            <a:lvl1pPr>
              <a:spcBef>
                <a:spcPts val="0"/>
              </a:spcBef>
              <a:buNone/>
              <a:defRPr/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s-419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/>
          <p:nvPr/>
        </p:nvSpPr>
        <p:spPr>
          <a:xfrm rot="-5400000">
            <a:off x="6431898" y="2431398"/>
            <a:ext cx="904306" cy="4519896"/>
          </a:xfrm>
          <a:custGeom>
            <a:pathLst>
              <a:path extrusionOk="0" h="4519897" w="1205742">
                <a:moveTo>
                  <a:pt x="924" y="0"/>
                </a:moveTo>
                <a:cubicBezTo>
                  <a:pt x="6351" y="1497993"/>
                  <a:pt x="-3772" y="3021904"/>
                  <a:pt x="1655" y="4519897"/>
                </a:cubicBezTo>
                <a:lnTo>
                  <a:pt x="831272" y="4518403"/>
                </a:lnTo>
                <a:lnTo>
                  <a:pt x="1205742" y="3850819"/>
                </a:lnTo>
                <a:lnTo>
                  <a:pt x="359114" y="3126246"/>
                </a:lnTo>
                <a:lnTo>
                  <a:pt x="880116" y="2173718"/>
                </a:lnTo>
                <a:lnTo>
                  <a:pt x="49768" y="1449145"/>
                </a:lnTo>
                <a:lnTo>
                  <a:pt x="562630" y="480334"/>
                </a:lnTo>
                <a:lnTo>
                  <a:pt x="9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1" name="Shape 41"/>
          <p:cNvSpPr txBox="1"/>
          <p:nvPr>
            <p:ph idx="12" type="sldNum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>
            <a:lvl1pPr>
              <a:spcBef>
                <a:spcPts val="0"/>
              </a:spcBef>
              <a:buNone/>
              <a:defRPr/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s-419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/>
          <p:nvPr/>
        </p:nvSpPr>
        <p:spPr>
          <a:xfrm>
            <a:off x="0" y="1753577"/>
            <a:ext cx="1205741" cy="3389922"/>
          </a:xfrm>
          <a:custGeom>
            <a:pathLst>
              <a:path extrusionOk="0" h="4519897" w="1205742">
                <a:moveTo>
                  <a:pt x="924" y="0"/>
                </a:moveTo>
                <a:cubicBezTo>
                  <a:pt x="6351" y="1497993"/>
                  <a:pt x="-3772" y="3021904"/>
                  <a:pt x="1655" y="4519897"/>
                </a:cubicBezTo>
                <a:lnTo>
                  <a:pt x="831272" y="4518403"/>
                </a:lnTo>
                <a:lnTo>
                  <a:pt x="1205742" y="3850819"/>
                </a:lnTo>
                <a:lnTo>
                  <a:pt x="359114" y="3126246"/>
                </a:lnTo>
                <a:lnTo>
                  <a:pt x="880116" y="2173718"/>
                </a:lnTo>
                <a:lnTo>
                  <a:pt x="49768" y="1449145"/>
                </a:lnTo>
                <a:lnTo>
                  <a:pt x="562630" y="480334"/>
                </a:lnTo>
                <a:lnTo>
                  <a:pt x="9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" name="Shape 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b="1" sz="3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b="1" sz="3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b="1" sz="3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b="1" sz="3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b="1" sz="3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b="1" sz="3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b="1" sz="3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b="1" sz="3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b="1" sz="3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>
              <a:spcBef>
                <a:spcPts val="600"/>
              </a:spcBef>
              <a:buClr>
                <a:schemeClr val="dk2"/>
              </a:buClr>
              <a:buSzPct val="100000"/>
              <a:buFont typeface="Trebuchet MS"/>
              <a:defRPr sz="3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spcBef>
                <a:spcPts val="480"/>
              </a:spcBef>
              <a:buClr>
                <a:schemeClr val="dk2"/>
              </a:buClr>
              <a:buSzPct val="100000"/>
              <a:buFont typeface="Trebuchet MS"/>
              <a:defRPr sz="24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spcBef>
                <a:spcPts val="480"/>
              </a:spcBef>
              <a:buClr>
                <a:schemeClr val="dk2"/>
              </a:buClr>
              <a:buSzPct val="100000"/>
              <a:buFont typeface="Trebuchet MS"/>
              <a:defRPr sz="24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spcBef>
                <a:spcPts val="360"/>
              </a:spcBef>
              <a:buClr>
                <a:schemeClr val="dk2"/>
              </a:buClr>
              <a:buSzPct val="100000"/>
              <a:buFont typeface="Trebuchet MS"/>
              <a:defRPr sz="1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spcBef>
                <a:spcPts val="360"/>
              </a:spcBef>
              <a:buClr>
                <a:schemeClr val="dk2"/>
              </a:buClr>
              <a:buSzPct val="100000"/>
              <a:buFont typeface="Trebuchet MS"/>
              <a:defRPr sz="1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>
              <a:spcBef>
                <a:spcPts val="360"/>
              </a:spcBef>
              <a:buClr>
                <a:schemeClr val="dk2"/>
              </a:buClr>
              <a:buSzPct val="100000"/>
              <a:buFont typeface="Trebuchet MS"/>
              <a:defRPr sz="1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>
              <a:spcBef>
                <a:spcPts val="360"/>
              </a:spcBef>
              <a:buClr>
                <a:schemeClr val="dk2"/>
              </a:buClr>
              <a:buSzPct val="100000"/>
              <a:buFont typeface="Trebuchet MS"/>
              <a:defRPr sz="1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>
              <a:spcBef>
                <a:spcPts val="360"/>
              </a:spcBef>
              <a:buClr>
                <a:schemeClr val="dk2"/>
              </a:buClr>
              <a:buSzPct val="100000"/>
              <a:buFont typeface="Trebuchet MS"/>
              <a:defRPr sz="1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>
              <a:spcBef>
                <a:spcPts val="360"/>
              </a:spcBef>
              <a:buClr>
                <a:schemeClr val="dk2"/>
              </a:buClr>
              <a:buSzPct val="100000"/>
              <a:buFont typeface="Trebuchet MS"/>
              <a:defRPr sz="1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>
            <a:lvl1pPr algn="r"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s-419"/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marR="0" rtl="0" algn="l">
        <a:lnSpc>
          <a:spcPct val="100000"/>
        </a:lnSpc>
        <a:spcBef>
          <a:spcPts val="0"/>
        </a:spcBef>
        <a:spcAft>
          <a:spcPts val="0"/>
        </a:spcAft>
      </a:defPPr>
      <a:lvl1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rtl="0" algn="l">
        <a:lnSpc>
          <a:spcPct val="100000"/>
        </a:lnSpc>
        <a:spcBef>
          <a:spcPts val="0"/>
        </a:spcBef>
        <a:spcAft>
          <a:spcPts val="0"/>
        </a:spcAft>
      </a:defPPr>
      <a:lvl1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rtl="0" algn="l">
        <a:lnSpc>
          <a:spcPct val="100000"/>
        </a:lnSpc>
        <a:spcBef>
          <a:spcPts val="0"/>
        </a:spcBef>
        <a:spcAft>
          <a:spcPts val="0"/>
        </a:spcAft>
      </a:defPPr>
      <a:lvl1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3" Type="http://schemas.openxmlformats.org/officeDocument/2006/relationships/comments" Target="../comments/comment1.xml"/></Relationships>
</file>

<file path=ppt/slides/_rels/slide2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00.png"/></Relationships>
</file>

<file path=ppt/slides/_rels/slide7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01.png"/></Relationships>
</file>

<file path=ppt/slides/_rels/slide13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hyperlink" Target="https://docs.google.com/document/d/1At09xDUcH2K3YKofia5hYH0lMYBMJhcP4u5dA2X6ZqY/edit#" TargetMode="External"/></Relationships>
</file>

<file path=ppt/slides/_rels/slide14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03.png"/></Relationships>
</file>

<file path=ppt/slides/_rels/slide15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open?id=1At09xDUcH2K3YKofia5hYH0lMYBMJhcP4u5dA2X6ZqY&amp;authuser=0" TargetMode="External"/><Relationship Id="rId3" Type="http://schemas.openxmlformats.org/officeDocument/2006/relationships/hyperlink" Target="https://drive.google.com/open?id=1JTWm3DF9d_lZOIGR0Mo84FBmn_W1hBUSQZY57atePdE&amp;authuser=0" TargetMode="External"/><Relationship Id="rId5" Type="http://schemas.openxmlformats.org/officeDocument/2006/relationships/image" Target="../media/image07.png"/></Relationships>
</file>

<file path=ppt/slides/_rels/slide16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04.png"/><Relationship Id="rId3" Type="http://schemas.openxmlformats.org/officeDocument/2006/relationships/comments" Target="../comments/comment2.xml"/></Relationships>
</file>

<file path=ppt/slides/_rels/slide17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02.png"/></Relationships>
</file>

<file path=ppt/slides/_rels/slide18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06.png"/><Relationship Id="rId3" Type="http://schemas.openxmlformats.org/officeDocument/2006/relationships/comments" Target="../comments/comment3.xml"/></Relationships>
</file>

<file path=ppt/slides/_rels/slide19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08.png"/></Relationships>
</file>

<file path=ppt/slides/_rels/slide20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05.png"/></Relationships>
</file>

<file path=ppt/slides/_rels/slide21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drive.google.com/open?id=1igk2sUhqbZOY6y1qUNxyWd_XuSYtWwtTr-FjIlshr7M&amp;authuser=0" TargetMode="External"/></Relationships>
</file>

<file path=ppt/slides/_rels/slide22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09.png"/></Relationships>
</file>

<file path=ppt/slides/_rels/slide23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open?id=1_fBFMTJNUqfEau8xzZfG7dSB9y_QqA4SQtTsm60HfJ4&amp;authuser=0" TargetMode="External"/><Relationship Id="rId3" Type="http://schemas.openxmlformats.org/officeDocument/2006/relationships/hyperlink" Target="https://drive.google.com/open?id=1_fBFMTJNUqfEau8xzZfG7dSB9y_QqA4SQtTsm60HfJ4&amp;authuser=0" TargetMode="External"/></Relationships>
</file>

<file path=ppt/slides/_rels/slide24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drive.google.com/open?id=1dyCSrAMh5mOcpALkPOD6lKGergqquXYhe4YIErYwdB8&amp;authuser=0" TargetMode="External"/></Relationships>
</file>

<file path=ppt/slides/_rels/slide27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drive.google.com/open?id=1JxFpd0dM6vHugN3NTSLUSR0BT14YujTUoF0Ea7BcEUM&amp;authuser=0" TargetMode="External"/></Relationships>
</file>

<file path=ppt/slides/_rels/slide28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drive.google.com/open?id=1HGVOfVViy7rJIjG7gu11R_auRRfzsfdMH6_5DyTjS3k&amp;authuser=0" TargetMode="External"/></Relationships>
</file>

<file path=ppt/slides/_rels/slide29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docs.google.com/document/d/14jIxKrf7LYMPQimLvBRRE_CG9SBHkQPABZLQLPukpPw/edit#heading=h.147n2zr" TargetMode="External"/></Relationships>
</file>

<file path=ppt/slides/_rels/slide30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drive.google.com/open?id=1nTQpR0mzDZ-h7OUGpVQnGxM9yieDMGZa7H1Mgko05hk&amp;authuser=0" TargetMode="External"/></Relationships>
</file>

<file path=ppt/slides/_rels/slide32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docs.google.com/document/d/14jIxKrf7LYMPQimLvBRRE_CG9SBHkQPABZLQLPukpPw/edit#heading=h.1hmsyys" TargetMode="External"/></Relationships>
</file>

<file path=ppt/slides/_rels/slide33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drive.google.com/open?id=14jIxKrf7LYMPQimLvBRRE_CG9SBHkQPABZLQLPukpPw&amp;authuser=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/>
          <p:nvPr>
            <p:ph type="ctrTitle"/>
          </p:nvPr>
        </p:nvSpPr>
        <p:spPr>
          <a:xfrm>
            <a:off x="685800" y="746438"/>
            <a:ext cx="5258700" cy="11586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419"/>
              <a:t>Plan SQA.	</a:t>
            </a:r>
          </a:p>
        </p:txBody>
      </p:sp>
      <p:sp>
        <p:nvSpPr>
          <p:cNvPr id="44" name="Shape 44"/>
          <p:cNvSpPr txBox="1"/>
          <p:nvPr>
            <p:ph idx="1" type="subTitle"/>
          </p:nvPr>
        </p:nvSpPr>
        <p:spPr>
          <a:xfrm>
            <a:off x="685800" y="1986416"/>
            <a:ext cx="5258700" cy="772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s-419"/>
              <a:t>Empresa: CubiCode</a:t>
            </a:r>
          </a:p>
          <a:p>
            <a:pPr rtl="0">
              <a:spcBef>
                <a:spcPts val="0"/>
              </a:spcBef>
              <a:buNone/>
            </a:pPr>
            <a:r>
              <a:t/>
            </a:r>
            <a:endParaRPr/>
          </a:p>
          <a:p>
            <a:pPr>
              <a:spcBef>
                <a:spcPts val="0"/>
              </a:spcBef>
              <a:buNone/>
            </a:pPr>
            <a:r>
              <a:rPr lang="es-419"/>
              <a:t>Equipo 4.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type="ctrTitle"/>
          </p:nvPr>
        </p:nvSpPr>
        <p:spPr>
          <a:xfrm>
            <a:off x="685800" y="136838"/>
            <a:ext cx="5258700" cy="11586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419"/>
              <a:t>Integrantes:</a:t>
            </a:r>
          </a:p>
        </p:txBody>
      </p:sp>
      <p:sp>
        <p:nvSpPr>
          <p:cNvPr id="50" name="Shape 50"/>
          <p:cNvSpPr txBox="1"/>
          <p:nvPr>
            <p:ph idx="1" type="subTitle"/>
          </p:nvPr>
        </p:nvSpPr>
        <p:spPr>
          <a:xfrm>
            <a:off x="592025" y="1376825"/>
            <a:ext cx="5505000" cy="772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s-419"/>
              <a:t>Eduardo Benjamín Canché.</a:t>
            </a:r>
          </a:p>
          <a:p>
            <a:pPr rtl="0">
              <a:spcBef>
                <a:spcPts val="0"/>
              </a:spcBef>
              <a:buNone/>
            </a:pPr>
            <a:r>
              <a:rPr lang="es-419"/>
              <a:t>Abner Collí Sánchez.</a:t>
            </a:r>
          </a:p>
          <a:p>
            <a:pPr rtl="0">
              <a:spcBef>
                <a:spcPts val="0"/>
              </a:spcBef>
              <a:buNone/>
            </a:pPr>
            <a:r>
              <a:rPr lang="es-419"/>
              <a:t>Romario López. </a:t>
            </a:r>
          </a:p>
          <a:p>
            <a:pPr rtl="0">
              <a:spcBef>
                <a:spcPts val="0"/>
              </a:spcBef>
              <a:buNone/>
            </a:pPr>
            <a:r>
              <a:rPr lang="es-419"/>
              <a:t>Oscar Pérez Ayuso. </a:t>
            </a:r>
          </a:p>
          <a:p>
            <a:pPr rtl="0">
              <a:spcBef>
                <a:spcPts val="0"/>
              </a:spcBef>
              <a:buNone/>
            </a:pPr>
            <a:r>
              <a:t/>
            </a:r>
            <a:endParaRPr/>
          </a:p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419"/>
              <a:t>Orden del día.</a:t>
            </a:r>
          </a:p>
        </p:txBody>
      </p:sp>
      <p:sp>
        <p:nvSpPr>
          <p:cNvPr id="56" name="Shape 56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419100" lvl="0" marL="4572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/>
              <a:t>Antecedentes de la Empresa.</a:t>
            </a:r>
          </a:p>
          <a:p>
            <a:pPr indent="-419100" lvl="0" marL="4572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/>
              <a:t>Estructura Organizacional</a:t>
            </a:r>
          </a:p>
          <a:p>
            <a:pPr indent="-419100" lvl="0" marL="4572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/>
              <a:t>Procesos</a:t>
            </a:r>
          </a:p>
          <a:p>
            <a:pPr indent="-419100" lvl="0" marL="4572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/>
              <a:t>Plan SQA.</a:t>
            </a:r>
          </a:p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419"/>
              <a:t>Antecedentes.</a:t>
            </a:r>
          </a:p>
        </p:txBody>
      </p:sp>
      <p:sp>
        <p:nvSpPr>
          <p:cNvPr id="62" name="Shape 62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419100" lvl="0" marL="457200" rtl="0" algn="just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>
                <a:latin typeface="Times New Roman"/>
                <a:ea typeface="Times New Roman"/>
                <a:cs typeface="Times New Roman"/>
                <a:sym typeface="Times New Roman"/>
              </a:rPr>
              <a:t>La empresa CubiCode se compone de 6 miembros. En un proyecto participen de 2 a 6 desarrolladores contando al líder del proyecto.</a:t>
            </a:r>
          </a:p>
          <a:p>
            <a:pPr lvl="0" rtl="0" algn="just">
              <a:spcBef>
                <a:spcPts val="0"/>
              </a:spcBef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algn="just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>
                <a:latin typeface="Times New Roman"/>
                <a:ea typeface="Times New Roman"/>
                <a:cs typeface="Times New Roman"/>
                <a:sym typeface="Times New Roman"/>
              </a:rPr>
              <a:t>La metodología de desarrollo que  sigue la empresa es la Incremental.</a:t>
            </a: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/>
          <p:nvPr>
            <p:ph type="title"/>
          </p:nvPr>
        </p:nvSpPr>
        <p:spPr>
          <a:xfrm>
            <a:off x="457200" y="-22621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419"/>
              <a:t>Antecedentes</a:t>
            </a:r>
          </a:p>
        </p:txBody>
      </p:sp>
      <p:sp>
        <p:nvSpPr>
          <p:cNvPr id="68" name="Shape 68"/>
          <p:cNvSpPr txBox="1"/>
          <p:nvPr>
            <p:ph idx="1" type="body"/>
          </p:nvPr>
        </p:nvSpPr>
        <p:spPr>
          <a:xfrm>
            <a:off x="457200" y="758575"/>
            <a:ext cx="8229600" cy="38625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419100" lvl="0" marL="4572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/>
              <a:t>En la empresa sucede que ha tenido el mismo cliente, cerca de un año.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  <a:p>
            <a:pPr indent="-419100" lvl="0" marL="4572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/>
              <a:t>Las relaciones de confianza han crecido enormemente. 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  <a:p>
            <a:pPr indent="-419100" lvl="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/>
              <a:t>El jefe se siente estable, al saber que tiene un cliente “</a:t>
            </a:r>
            <a:r>
              <a:rPr i="1" lang="es-419"/>
              <a:t>Seguro</a:t>
            </a:r>
            <a:r>
              <a:rPr lang="es-419"/>
              <a:t>”.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419"/>
              <a:t>Estructura Organizacional</a:t>
            </a:r>
          </a:p>
        </p:txBody>
      </p:sp>
      <p:pic>
        <p:nvPicPr>
          <p:cNvPr id="74" name="Shape 74"/>
          <p:cNvPicPr preferRelativeResize="0"/>
          <p:nvPr/>
        </p:nvPicPr>
        <p:blipFill rotWithShape="1">
          <a:blip r:embed="rId3">
            <a:alphaModFix/>
          </a:blip>
          <a:srcRect b="12428" l="0" r="0" t="10754"/>
          <a:stretch/>
        </p:blipFill>
        <p:spPr>
          <a:xfrm>
            <a:off x="631800" y="1063375"/>
            <a:ext cx="4585975" cy="39424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Shape 75"/>
          <p:cNvSpPr txBox="1"/>
          <p:nvPr/>
        </p:nvSpPr>
        <p:spPr>
          <a:xfrm>
            <a:off x="5297375" y="1465875"/>
            <a:ext cx="3582900" cy="21278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Nota: </a:t>
            </a:r>
            <a:r>
              <a:rPr i="1" lang="es-419" sz="3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El analista se agrega como sugerencia a la empresa.</a:t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419"/>
              <a:t>Estructura Organizacional</a:t>
            </a:r>
          </a:p>
        </p:txBody>
      </p:sp>
      <p:sp>
        <p:nvSpPr>
          <p:cNvPr id="81" name="Shape 81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419100" lvl="0" marL="4572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/>
              <a:t>Líder de Proyecto.</a:t>
            </a:r>
          </a:p>
          <a:p>
            <a:pPr indent="-381000" lvl="1" marL="914400" rtl="0" algn="just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lang="es-419"/>
              <a:t>Realiza los requerimientos de software.</a:t>
            </a:r>
          </a:p>
          <a:p>
            <a:pPr indent="-381000" lvl="1" marL="914400" rtl="0" algn="just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lang="es-419"/>
              <a:t>Divide el proyecto en módulos para asignar cada uno ellos a los desarrolladores.</a:t>
            </a:r>
          </a:p>
          <a:p>
            <a:pPr indent="-381000" lvl="1" marL="914400" rtl="0" algn="just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lang="es-419"/>
              <a:t>Administra el proyecto</a:t>
            </a:r>
          </a:p>
          <a:p>
            <a:pPr indent="-381000" lvl="1" marL="914400" algn="just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lang="es-419"/>
              <a:t>Retroalimenta a los demás. 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-419"/>
              <a:t>Estructura Organizacional</a:t>
            </a:r>
          </a:p>
        </p:txBody>
      </p:sp>
      <p:sp>
        <p:nvSpPr>
          <p:cNvPr id="87" name="Shape 87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419100" lvl="0" marL="4572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/>
              <a:t>Diseñador.</a:t>
            </a:r>
          </a:p>
          <a:p>
            <a:pPr indent="-381000" lvl="1" marL="914400" rtl="0" algn="just">
              <a:spcBef>
                <a:spcPts val="300"/>
              </a:spcBef>
              <a:spcAft>
                <a:spcPts val="300"/>
              </a:spcAft>
              <a:buClr>
                <a:schemeClr val="dk2"/>
              </a:buClr>
              <a:buSzPct val="80000"/>
              <a:buFont typeface="Courier New"/>
              <a:buChar char="o"/>
            </a:pPr>
            <a:r>
              <a:rPr lang="es-419" sz="3000"/>
              <a:t>Encargado de modelar el sistema (modelado de la base de datos y de clases)</a:t>
            </a:r>
          </a:p>
          <a:p>
            <a:pPr indent="-381000" lvl="1" marL="914400" rtl="0" algn="just">
              <a:spcBef>
                <a:spcPts val="300"/>
              </a:spcBef>
              <a:spcAft>
                <a:spcPts val="300"/>
              </a:spcAft>
              <a:buClr>
                <a:schemeClr val="dk2"/>
              </a:buClr>
              <a:buSzPct val="80000"/>
              <a:buFont typeface="Courier New"/>
              <a:buChar char="o"/>
            </a:pPr>
            <a:r>
              <a:rPr lang="es-419" sz="3000"/>
              <a:t>Tiene mucha comunicación con el equipo de codificación</a:t>
            </a: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-419"/>
              <a:t>Estructura Organizacional</a:t>
            </a:r>
          </a:p>
        </p:txBody>
      </p:sp>
      <p:sp>
        <p:nvSpPr>
          <p:cNvPr id="93" name="Shape 93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419100" lvl="0" marL="4572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/>
              <a:t>Desarrollador.</a:t>
            </a:r>
          </a:p>
          <a:p>
            <a:pPr indent="-381000" lvl="1" marL="914400" rtl="0" algn="just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lang="es-419" sz="3000"/>
              <a:t>Se guían de los diseños, requerimientos y retroalimentaciones verbales que mantiene con su equipo en el trabajo.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-419"/>
              <a:t>Estructura Organizacional</a:t>
            </a:r>
          </a:p>
        </p:txBody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419100" lvl="0" marL="4572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/>
              <a:t>Tester.</a:t>
            </a:r>
          </a:p>
          <a:p>
            <a:pPr indent="-381000" lvl="1" marL="914400" rtl="0" algn="just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lang="es-419" sz="3000"/>
              <a:t>Encargado de probar los módulos y la integración de ellos con el sistema (pruebas unitarias y de integración).</a:t>
            </a: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 txBox="1"/>
          <p:nvPr>
            <p:ph type="title"/>
          </p:nvPr>
        </p:nvSpPr>
        <p:spPr>
          <a:xfrm>
            <a:off x="381000" y="15013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s-419" sz="4800"/>
              <a:t>Procesos.</a:t>
            </a: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 txBox="1"/>
          <p:nvPr>
            <p:ph type="title"/>
          </p:nvPr>
        </p:nvSpPr>
        <p:spPr>
          <a:xfrm>
            <a:off x="457200" y="205975"/>
            <a:ext cx="42027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419" sz="3000"/>
              <a:t>Requisitos - Antes </a:t>
            </a:r>
          </a:p>
        </p:txBody>
      </p:sp>
      <p:pic>
        <p:nvPicPr>
          <p:cNvPr id="110" name="Shape 110"/>
          <p:cNvPicPr preferRelativeResize="0"/>
          <p:nvPr/>
        </p:nvPicPr>
        <p:blipFill rotWithShape="1">
          <a:blip r:embed="rId3">
            <a:alphaModFix/>
          </a:blip>
          <a:srcRect b="5340" l="4588" r="5093" t="7688"/>
          <a:stretch/>
        </p:blipFill>
        <p:spPr>
          <a:xfrm>
            <a:off x="4659925" y="205975"/>
            <a:ext cx="4275273" cy="488775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Shape 111"/>
          <p:cNvSpPr txBox="1"/>
          <p:nvPr>
            <p:ph idx="1" type="body"/>
          </p:nvPr>
        </p:nvSpPr>
        <p:spPr>
          <a:xfrm>
            <a:off x="457200" y="1200150"/>
            <a:ext cx="3927899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 sz="2400"/>
              <a:t>Casi siempre era una videollamada o llamada telefónica.</a:t>
            </a:r>
          </a:p>
          <a:p>
            <a:pPr lvl="0" rtl="0" algn="just">
              <a:spcBef>
                <a:spcPts val="0"/>
              </a:spcBef>
              <a:buNone/>
            </a:pPr>
            <a:r>
              <a:t/>
            </a:r>
            <a:endParaRPr sz="2400"/>
          </a:p>
          <a:p>
            <a:pPr indent="-381000" lvl="0" marL="457200" rtl="0" algn="just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 sz="2400"/>
              <a:t>La plática era entre jefes.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/>
          <p:nvPr>
            <p:ph type="title"/>
          </p:nvPr>
        </p:nvSpPr>
        <p:spPr>
          <a:xfrm>
            <a:off x="109900" y="205975"/>
            <a:ext cx="4471499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-419" sz="2400"/>
              <a:t>Requisitos - Después </a:t>
            </a:r>
          </a:p>
        </p:txBody>
      </p:sp>
      <p:sp>
        <p:nvSpPr>
          <p:cNvPr id="117" name="Shape 117"/>
          <p:cNvSpPr txBox="1"/>
          <p:nvPr>
            <p:ph idx="1" type="body"/>
          </p:nvPr>
        </p:nvSpPr>
        <p:spPr>
          <a:xfrm>
            <a:off x="457200" y="1200150"/>
            <a:ext cx="3927899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 algn="just">
              <a:spcBef>
                <a:spcPts val="0"/>
              </a:spcBef>
              <a:buNone/>
            </a:pPr>
            <a:r>
              <a:rPr lang="es-419" sz="2400"/>
              <a:t>Se propuso:</a:t>
            </a:r>
          </a:p>
          <a:p>
            <a:pPr indent="-342900" lvl="0" marL="457200" rtl="0" algn="just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 sz="1800"/>
              <a:t>Cambiar llamadas por reuniones.</a:t>
            </a:r>
          </a:p>
          <a:p>
            <a:pPr lvl="0" rtl="0" algn="just">
              <a:spcBef>
                <a:spcPts val="0"/>
              </a:spcBef>
              <a:buNone/>
            </a:pPr>
            <a:r>
              <a:t/>
            </a:r>
            <a:endParaRPr sz="1800"/>
          </a:p>
          <a:p>
            <a:pPr indent="-342900" lvl="0" marL="457200" rtl="0" algn="just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 sz="1800"/>
              <a:t>Realización de prototipos.</a:t>
            </a:r>
          </a:p>
          <a:p>
            <a:pPr lvl="0" rtl="0" algn="just">
              <a:spcBef>
                <a:spcPts val="0"/>
              </a:spcBef>
              <a:buNone/>
            </a:pPr>
            <a:r>
              <a:t/>
            </a:r>
            <a:endParaRPr sz="1800"/>
          </a:p>
          <a:p>
            <a:pPr indent="-342900" lvl="0" marL="457200" rtl="0" algn="just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 sz="1800"/>
              <a:t>Presentaciones ante el Cliente</a:t>
            </a:r>
          </a:p>
          <a:p>
            <a:pPr rtl="0" algn="just">
              <a:spcBef>
                <a:spcPts val="0"/>
              </a:spcBef>
              <a:buNone/>
            </a:pPr>
            <a:r>
              <a:t/>
            </a:r>
            <a:endParaRPr sz="1800"/>
          </a:p>
          <a:p>
            <a:pPr lvl="0" rtl="0" algn="ctr">
              <a:spcBef>
                <a:spcPts val="0"/>
              </a:spcBef>
              <a:buNone/>
            </a:pPr>
            <a:r>
              <a:rPr lang="es-419" sz="1800" u="sng">
                <a:solidFill>
                  <a:schemeClr val="hlink"/>
                </a:solidFill>
                <a:hlinkClick r:id="rId3"/>
              </a:rPr>
              <a:t>Ver Proceso. </a:t>
            </a:r>
          </a:p>
        </p:txBody>
      </p:sp>
      <p:pic>
        <p:nvPicPr>
          <p:cNvPr id="118" name="Shape 118"/>
          <p:cNvPicPr preferRelativeResize="0"/>
          <p:nvPr/>
        </p:nvPicPr>
        <p:blipFill rotWithShape="1">
          <a:blip r:embed="rId4">
            <a:alphaModFix/>
          </a:blip>
          <a:srcRect b="5983" l="5856" r="2053" t="7052"/>
          <a:stretch/>
        </p:blipFill>
        <p:spPr>
          <a:xfrm>
            <a:off x="4581234" y="76950"/>
            <a:ext cx="4518789" cy="506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/>
          <p:nvPr>
            <p:ph type="title"/>
          </p:nvPr>
        </p:nvSpPr>
        <p:spPr>
          <a:xfrm>
            <a:off x="457200" y="205975"/>
            <a:ext cx="4015800" cy="8271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419" sz="3000"/>
              <a:t>Diseño - Antes.</a:t>
            </a:r>
          </a:p>
        </p:txBody>
      </p:sp>
      <p:sp>
        <p:nvSpPr>
          <p:cNvPr id="124" name="Shape 124"/>
          <p:cNvSpPr txBox="1"/>
          <p:nvPr>
            <p:ph idx="1" type="body"/>
          </p:nvPr>
        </p:nvSpPr>
        <p:spPr>
          <a:xfrm>
            <a:off x="457200" y="1200150"/>
            <a:ext cx="37185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 sz="2400"/>
              <a:t>Antes no se validaba el diseño de una manera ordenada.</a:t>
            </a:r>
          </a:p>
        </p:txBody>
      </p:sp>
      <p:pic>
        <p:nvPicPr>
          <p:cNvPr id="125" name="Shape 125"/>
          <p:cNvPicPr preferRelativeResize="0"/>
          <p:nvPr/>
        </p:nvPicPr>
        <p:blipFill rotWithShape="1">
          <a:blip r:embed="rId3">
            <a:alphaModFix/>
          </a:blip>
          <a:srcRect b="1874" l="16784" r="0" t="0"/>
          <a:stretch/>
        </p:blipFill>
        <p:spPr>
          <a:xfrm>
            <a:off x="4473000" y="205975"/>
            <a:ext cx="4333149" cy="492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 txBox="1"/>
          <p:nvPr>
            <p:ph type="title"/>
          </p:nvPr>
        </p:nvSpPr>
        <p:spPr>
          <a:xfrm>
            <a:off x="457200" y="205975"/>
            <a:ext cx="39060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419" sz="3000"/>
              <a:t>Diseño-Después</a:t>
            </a:r>
          </a:p>
        </p:txBody>
      </p:sp>
      <p:sp>
        <p:nvSpPr>
          <p:cNvPr id="131" name="Shape 131"/>
          <p:cNvSpPr txBox="1"/>
          <p:nvPr>
            <p:ph idx="1" type="body"/>
          </p:nvPr>
        </p:nvSpPr>
        <p:spPr>
          <a:xfrm>
            <a:off x="315150" y="1200150"/>
            <a:ext cx="38265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-419" sz="2200"/>
              <a:t>Se propone:</a:t>
            </a:r>
          </a:p>
          <a:p>
            <a:pPr indent="-368300" lvl="0" marL="4572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 sz="2200"/>
              <a:t>Se valida el diseño de acuerdo a una </a:t>
            </a:r>
            <a:r>
              <a:rPr lang="es-419" sz="2200" u="sng">
                <a:solidFill>
                  <a:schemeClr val="hlink"/>
                </a:solidFill>
                <a:hlinkClick r:id="rId3"/>
              </a:rPr>
              <a:t>pauta de diseño</a:t>
            </a:r>
            <a:r>
              <a:rPr lang="es-419" sz="2200"/>
              <a:t>.</a:t>
            </a:r>
          </a:p>
          <a:p>
            <a:pPr indent="-368300" lvl="0" marL="45720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 sz="2200"/>
              <a:t>Se llena un registro de lo que se revisó en el diseño de acuerdo a un documento global. </a:t>
            </a:r>
            <a:r>
              <a:rPr lang="es-419" sz="2200" u="sng">
                <a:solidFill>
                  <a:schemeClr val="hlink"/>
                </a:solidFill>
                <a:hlinkClick r:id="rId4"/>
              </a:rPr>
              <a:t>Matriz de Trazabilidad de Casos de Uso</a:t>
            </a:r>
          </a:p>
        </p:txBody>
      </p:sp>
      <p:pic>
        <p:nvPicPr>
          <p:cNvPr id="132" name="Shape 132"/>
          <p:cNvPicPr preferRelativeResize="0"/>
          <p:nvPr/>
        </p:nvPicPr>
        <p:blipFill rotWithShape="1">
          <a:blip r:embed="rId5">
            <a:alphaModFix/>
          </a:blip>
          <a:srcRect b="6363" l="0" r="2950" t="3886"/>
          <a:stretch/>
        </p:blipFill>
        <p:spPr>
          <a:xfrm>
            <a:off x="4249600" y="120887"/>
            <a:ext cx="4729550" cy="4615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 txBox="1"/>
          <p:nvPr>
            <p:ph type="title"/>
          </p:nvPr>
        </p:nvSpPr>
        <p:spPr>
          <a:xfrm>
            <a:off x="406125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419"/>
              <a:t>Desarrollo-Antes (PHP)</a:t>
            </a:r>
          </a:p>
        </p:txBody>
      </p:sp>
      <p:sp>
        <p:nvSpPr>
          <p:cNvPr id="138" name="Shape 138"/>
          <p:cNvSpPr txBox="1"/>
          <p:nvPr>
            <p:ph idx="1" type="body"/>
          </p:nvPr>
        </p:nvSpPr>
        <p:spPr>
          <a:xfrm>
            <a:off x="245375" y="1200150"/>
            <a:ext cx="2636100" cy="35889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s-419" sz="1800"/>
              <a:t>-No verificaban el diseño, solo cuando tenían dudas.</a:t>
            </a:r>
          </a:p>
          <a:p>
            <a:pPr rtl="0">
              <a:spcBef>
                <a:spcPts val="0"/>
              </a:spcBef>
              <a:buNone/>
            </a:pPr>
            <a:r>
              <a:t/>
            </a:r>
            <a:endParaRPr sz="1800"/>
          </a:p>
          <a:p>
            <a:pPr rtl="0">
              <a:spcBef>
                <a:spcPts val="0"/>
              </a:spcBef>
              <a:buNone/>
            </a:pPr>
            <a:r>
              <a:rPr lang="es-419" sz="1800"/>
              <a:t>-No había un estándar de codificación</a:t>
            </a:r>
          </a:p>
          <a:p>
            <a:pPr rtl="0">
              <a:spcBef>
                <a:spcPts val="0"/>
              </a:spcBef>
              <a:buNone/>
            </a:pPr>
            <a:r>
              <a:t/>
            </a:r>
            <a:endParaRPr sz="1800"/>
          </a:p>
          <a:p>
            <a:pPr>
              <a:spcBef>
                <a:spcPts val="0"/>
              </a:spcBef>
              <a:buNone/>
            </a:pPr>
            <a:r>
              <a:rPr lang="es-419" sz="1800"/>
              <a:t>-No validaban que el proceso se haya realizado correctamente.</a:t>
            </a:r>
          </a:p>
        </p:txBody>
      </p:sp>
      <p:pic>
        <p:nvPicPr>
          <p:cNvPr id="139" name="Shape 139"/>
          <p:cNvPicPr preferRelativeResize="0"/>
          <p:nvPr/>
        </p:nvPicPr>
        <p:blipFill rotWithShape="1">
          <a:blip r:embed="rId4">
            <a:alphaModFix/>
          </a:blip>
          <a:srcRect b="5800" l="1935" r="2232" t="9266"/>
          <a:stretch/>
        </p:blipFill>
        <p:spPr>
          <a:xfrm>
            <a:off x="2677825" y="1314900"/>
            <a:ext cx="6239099" cy="358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419"/>
              <a:t>Desarrollo-Antes (Ruby)</a:t>
            </a:r>
          </a:p>
        </p:txBody>
      </p:sp>
      <p:pic>
        <p:nvPicPr>
          <p:cNvPr id="145" name="Shape 145"/>
          <p:cNvPicPr preferRelativeResize="0"/>
          <p:nvPr/>
        </p:nvPicPr>
        <p:blipFill rotWithShape="1">
          <a:blip r:embed="rId3">
            <a:alphaModFix/>
          </a:blip>
          <a:srcRect b="5238" l="2202" r="2020" t="8739"/>
          <a:stretch/>
        </p:blipFill>
        <p:spPr>
          <a:xfrm>
            <a:off x="1274075" y="977650"/>
            <a:ext cx="6332951" cy="408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-419"/>
              <a:t>Desarrollo-Después (PHP)</a:t>
            </a:r>
          </a:p>
        </p:txBody>
      </p:sp>
      <p:sp>
        <p:nvSpPr>
          <p:cNvPr id="151" name="Shape 151"/>
          <p:cNvSpPr txBox="1"/>
          <p:nvPr>
            <p:ph idx="1" type="body"/>
          </p:nvPr>
        </p:nvSpPr>
        <p:spPr>
          <a:xfrm>
            <a:off x="307175" y="990000"/>
            <a:ext cx="3024300" cy="39779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s-419" sz="1800"/>
              <a:t>-</a:t>
            </a:r>
            <a:r>
              <a:rPr lang="es-419" sz="1700"/>
              <a:t>Un proceso al principio con el objetivo de que todo el equipo de trabajo entienda lo que se va a hacer.</a:t>
            </a:r>
          </a:p>
          <a:p>
            <a:pPr rtl="0">
              <a:spcBef>
                <a:spcPts val="0"/>
              </a:spcBef>
              <a:buNone/>
            </a:pPr>
            <a:r>
              <a:t/>
            </a:r>
            <a:endParaRPr sz="1700"/>
          </a:p>
          <a:p>
            <a:pPr rtl="0">
              <a:spcBef>
                <a:spcPts val="0"/>
              </a:spcBef>
              <a:buNone/>
            </a:pPr>
            <a:r>
              <a:rPr lang="es-419" sz="1700"/>
              <a:t>-Un estandar de codificacion.</a:t>
            </a:r>
          </a:p>
          <a:p>
            <a:pPr rtl="0">
              <a:spcBef>
                <a:spcPts val="0"/>
              </a:spcBef>
              <a:buNone/>
            </a:pPr>
            <a:r>
              <a:t/>
            </a:r>
            <a:endParaRPr sz="1700"/>
          </a:p>
          <a:p>
            <a:pPr lvl="0" rtl="0">
              <a:spcBef>
                <a:spcPts val="0"/>
              </a:spcBef>
              <a:buNone/>
            </a:pPr>
            <a:r>
              <a:rPr lang="es-419" sz="1700"/>
              <a:t>-Un proceso al final para verificar que todo se realiza de manera correcta y poder detectar errores sencillos lo más pronto posible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id="152" name="Shape 152"/>
          <p:cNvPicPr preferRelativeResize="0"/>
          <p:nvPr/>
        </p:nvPicPr>
        <p:blipFill rotWithShape="1">
          <a:blip r:embed="rId4">
            <a:alphaModFix/>
          </a:blip>
          <a:srcRect b="5873" l="2134" r="2125" t="10099"/>
          <a:stretch/>
        </p:blipFill>
        <p:spPr>
          <a:xfrm>
            <a:off x="3213600" y="1252700"/>
            <a:ext cx="5718449" cy="32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 txBox="1"/>
          <p:nvPr>
            <p:ph type="title"/>
          </p:nvPr>
        </p:nvSpPr>
        <p:spPr>
          <a:xfrm>
            <a:off x="457200" y="-175021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s-419" sz="2400"/>
              <a:t>Desarrollo-Después (Ruby)</a:t>
            </a:r>
          </a:p>
        </p:txBody>
      </p:sp>
      <p:pic>
        <p:nvPicPr>
          <p:cNvPr id="158" name="Shape 158"/>
          <p:cNvPicPr preferRelativeResize="0"/>
          <p:nvPr/>
        </p:nvPicPr>
        <p:blipFill rotWithShape="1">
          <a:blip r:embed="rId3">
            <a:alphaModFix/>
          </a:blip>
          <a:srcRect b="5737" l="2333" r="2409" t="10510"/>
          <a:stretch/>
        </p:blipFill>
        <p:spPr>
          <a:xfrm>
            <a:off x="877575" y="562250"/>
            <a:ext cx="7174456" cy="452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-419"/>
              <a:t>Pruebas-Antes</a:t>
            </a:r>
          </a:p>
        </p:txBody>
      </p:sp>
      <p:sp>
        <p:nvSpPr>
          <p:cNvPr id="164" name="Shape 164"/>
          <p:cNvSpPr txBox="1"/>
          <p:nvPr>
            <p:ph idx="1" type="body"/>
          </p:nvPr>
        </p:nvSpPr>
        <p:spPr>
          <a:xfrm>
            <a:off x="457200" y="1200150"/>
            <a:ext cx="43455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s-419" sz="2400"/>
              <a:t>El mismo programador hacía las pruebas con alta posibilidad de no hacerlas correctamente. </a:t>
            </a:r>
          </a:p>
          <a:p>
            <a:pPr lvl="0" rtl="0">
              <a:spcBef>
                <a:spcPts val="0"/>
              </a:spcBef>
              <a:buNone/>
            </a:pPr>
            <a:r>
              <a:rPr lang="es-419" sz="2400"/>
              <a:t>El jefe no tenía contacto con las pruebas.</a:t>
            </a:r>
          </a:p>
        </p:txBody>
      </p:sp>
      <p:pic>
        <p:nvPicPr>
          <p:cNvPr id="165" name="Shape 165"/>
          <p:cNvPicPr preferRelativeResize="0"/>
          <p:nvPr/>
        </p:nvPicPr>
        <p:blipFill rotWithShape="1">
          <a:blip r:embed="rId3">
            <a:alphaModFix/>
          </a:blip>
          <a:srcRect b="9071" l="1571" r="11122" t="3614"/>
          <a:stretch/>
        </p:blipFill>
        <p:spPr>
          <a:xfrm>
            <a:off x="4802709" y="205975"/>
            <a:ext cx="4280165" cy="4824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-419"/>
              <a:t>Pruebas-Después</a:t>
            </a:r>
          </a:p>
        </p:txBody>
      </p:sp>
      <p:sp>
        <p:nvSpPr>
          <p:cNvPr id="171" name="Shape 171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s-419"/>
              <a:t>Se propone:</a:t>
            </a:r>
          </a:p>
          <a:p>
            <a:pPr indent="-381000" lvl="0" marL="4572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 sz="2400"/>
              <a:t>La integración de otro tester para apoyar con las pruebas del módulo.</a:t>
            </a:r>
          </a:p>
          <a:p>
            <a:pPr indent="-381000" lvl="0" marL="4572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 sz="2400" u="sng">
                <a:solidFill>
                  <a:schemeClr val="hlink"/>
                </a:solidFill>
                <a:hlinkClick r:id="rId3"/>
              </a:rPr>
              <a:t>Plan genérico de pruebas.</a:t>
            </a:r>
          </a:p>
          <a:p>
            <a:pPr indent="-381000" lvl="0" marL="4572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 sz="2400"/>
              <a:t>Pruebas de regresión.</a:t>
            </a:r>
          </a:p>
          <a:p>
            <a:pPr indent="-381000" lvl="0" marL="4572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 sz="2400"/>
              <a:t>Pruebas de integración.</a:t>
            </a:r>
          </a:p>
          <a:p>
            <a:pPr indent="-381000" lvl="0" marL="4572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 sz="2400"/>
              <a:t>Pruebas de caja negra.</a:t>
            </a:r>
          </a:p>
          <a:p>
            <a:pPr indent="-381000" lvl="0" marL="4572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 sz="2400"/>
              <a:t>Inspección por pares.</a:t>
            </a:r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 txBox="1"/>
          <p:nvPr>
            <p:ph type="title"/>
          </p:nvPr>
        </p:nvSpPr>
        <p:spPr>
          <a:xfrm>
            <a:off x="457200" y="-175021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-419"/>
              <a:t>Pruebas-Después</a:t>
            </a:r>
          </a:p>
        </p:txBody>
      </p:sp>
      <p:pic>
        <p:nvPicPr>
          <p:cNvPr id="177" name="Shape 177"/>
          <p:cNvPicPr preferRelativeResize="0"/>
          <p:nvPr/>
        </p:nvPicPr>
        <p:blipFill rotWithShape="1">
          <a:blip r:embed="rId3">
            <a:alphaModFix/>
          </a:blip>
          <a:srcRect b="11371" l="0" r="0" t="0"/>
          <a:stretch/>
        </p:blipFill>
        <p:spPr>
          <a:xfrm>
            <a:off x="1546987" y="755525"/>
            <a:ext cx="6050026" cy="430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/>
          <p:nvPr>
            <p:ph type="title"/>
          </p:nvPr>
        </p:nvSpPr>
        <p:spPr>
          <a:xfrm>
            <a:off x="457200" y="1962453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s-419" u="sng">
                <a:solidFill>
                  <a:schemeClr val="hlink"/>
                </a:solidFill>
                <a:hlinkClick r:id="rId3"/>
              </a:rPr>
              <a:t>Link al proceso de pruebas</a:t>
            </a:r>
            <a:r>
              <a:rPr lang="es-419" u="sng">
                <a:hlinkClick r:id="rId4"/>
              </a:rPr>
              <a:t> y sugerencias</a:t>
            </a:r>
          </a:p>
        </p:txBody>
      </p:sp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 txBox="1"/>
          <p:nvPr>
            <p:ph type="title"/>
          </p:nvPr>
        </p:nvSpPr>
        <p:spPr>
          <a:xfrm>
            <a:off x="457200" y="205975"/>
            <a:ext cx="45288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419" sz="3400"/>
              <a:t>Mantenimiento-antes</a:t>
            </a:r>
          </a:p>
        </p:txBody>
      </p:sp>
      <p:sp>
        <p:nvSpPr>
          <p:cNvPr id="188" name="Shape 188"/>
          <p:cNvSpPr txBox="1"/>
          <p:nvPr>
            <p:ph idx="1" type="body"/>
          </p:nvPr>
        </p:nvSpPr>
        <p:spPr>
          <a:xfrm>
            <a:off x="457200" y="1200150"/>
            <a:ext cx="36621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68300" lvl="0" marL="4572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 sz="2200"/>
              <a:t>No se actualizaba la documentación ya creada, en relación con los cambios que quería el cliente.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 sz="2200"/>
          </a:p>
        </p:txBody>
      </p:sp>
      <p:pic>
        <p:nvPicPr>
          <p:cNvPr id="189" name="Shape 1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3500" y="281374"/>
            <a:ext cx="3767324" cy="481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/>
          <p:nvPr>
            <p:ph type="title"/>
          </p:nvPr>
        </p:nvSpPr>
        <p:spPr>
          <a:xfrm>
            <a:off x="457200" y="205975"/>
            <a:ext cx="48213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-419" sz="3200"/>
              <a:t>Mantenimiento-Después</a:t>
            </a:r>
          </a:p>
        </p:txBody>
      </p:sp>
      <p:sp>
        <p:nvSpPr>
          <p:cNvPr id="195" name="Shape 195"/>
          <p:cNvSpPr txBox="1"/>
          <p:nvPr>
            <p:ph idx="1" type="body"/>
          </p:nvPr>
        </p:nvSpPr>
        <p:spPr>
          <a:xfrm>
            <a:off x="310875" y="1177625"/>
            <a:ext cx="44163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s-419" sz="2200"/>
              <a:t>Se propone:</a:t>
            </a:r>
          </a:p>
          <a:p>
            <a:pPr indent="-368300" lvl="0" marL="4572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 sz="2200"/>
              <a:t>Actualizar el diseño que fueron generados durante el desarrollo del sistema.</a:t>
            </a:r>
          </a:p>
          <a:p>
            <a:pPr indent="-368300" lvl="0" marL="4572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 sz="2200"/>
              <a:t>Guardar un registro de los cambios que quiere el cliente.</a:t>
            </a:r>
          </a:p>
          <a:p>
            <a:pPr indent="-368300" lvl="0" marL="4572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 sz="2200"/>
              <a:t> Realizar un documento que ayude a conocer los cambios que se hicieron en el sistema.</a:t>
            </a:r>
          </a:p>
        </p:txBody>
      </p:sp>
      <p:pic>
        <p:nvPicPr>
          <p:cNvPr id="196" name="Shape 1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4750" y="119325"/>
            <a:ext cx="3932974" cy="49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s-419"/>
              <a:t>Estándares.</a:t>
            </a:r>
          </a:p>
        </p:txBody>
      </p:sp>
      <p:sp>
        <p:nvSpPr>
          <p:cNvPr id="202" name="Shape 202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b="1" lang="es-419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VER ESTÁNDARES DE LA EMPRESA CUBICODE. </a:t>
            </a:r>
          </a:p>
        </p:txBody>
      </p:sp>
    </p:spTree>
  </p:cSld>
  <p:clrMapOvr>
    <a:masterClrMapping/>
  </p:clrMapOvr>
  <p:transition spd="slow">
    <p:cut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s-419"/>
              <a:t>Prácticas.</a:t>
            </a:r>
          </a:p>
        </p:txBody>
      </p:sp>
      <p:sp>
        <p:nvSpPr>
          <p:cNvPr id="208" name="Shape 208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b="1" lang="es-419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VER PRÁCTICAS DE LA EMPRESA CUBICODE.</a:t>
            </a:r>
          </a:p>
        </p:txBody>
      </p:sp>
    </p:spTree>
  </p:cSld>
  <p:clrMapOvr>
    <a:masterClrMapping/>
  </p:clrMapOvr>
  <p:transition spd="slow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s-419"/>
              <a:t>Convenciones.</a:t>
            </a:r>
          </a:p>
        </p:txBody>
      </p:sp>
      <p:sp>
        <p:nvSpPr>
          <p:cNvPr id="214" name="Shape 214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b="1" lang="es-419" sz="24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VER CONVENCIONES EN LA EMPRESA CUBICODE.</a:t>
            </a:r>
          </a:p>
        </p:txBody>
      </p:sp>
    </p:spTree>
  </p:cSld>
  <p:clrMapOvr>
    <a:masterClrMapping/>
  </p:clrMapOvr>
  <p:transition spd="slow">
    <p:cut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s-419"/>
              <a:t>Métricas. </a:t>
            </a:r>
          </a:p>
        </p:txBody>
      </p:sp>
      <p:sp>
        <p:nvSpPr>
          <p:cNvPr id="220" name="Shape 220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419100" lvl="0" marL="4572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/>
              <a:t>Usan Story Points.</a:t>
            </a:r>
          </a:p>
          <a:p>
            <a:pPr indent="-419100" lvl="0" marL="457200" rtl="0" algn="just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/>
              <a:t>Usan la integración de Jira con la métrica, para dividir al proyecto en casos de uso.</a:t>
            </a:r>
          </a:p>
          <a:p>
            <a:pPr indent="-419100" lvl="0" marL="457200" rtl="0" algn="just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/>
              <a:t>Posteriormente a cada caso de uso, le es asignado un Story Point.</a:t>
            </a:r>
          </a:p>
          <a:p>
            <a:pPr indent="-419100" lvl="0" marL="457200" algn="ctr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 u="sng">
                <a:solidFill>
                  <a:schemeClr val="hlink"/>
                </a:solidFill>
                <a:hlinkClick r:id="rId3"/>
              </a:rPr>
              <a:t>Más información.</a:t>
            </a:r>
          </a:p>
        </p:txBody>
      </p:sp>
    </p:spTree>
  </p:cSld>
  <p:clrMapOvr>
    <a:masterClrMapping/>
  </p:clrMapOvr>
  <p:transition spd="slow">
    <p:cut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419"/>
              <a:t>Reporte de Problemas. </a:t>
            </a:r>
          </a:p>
        </p:txBody>
      </p:sp>
      <p:sp>
        <p:nvSpPr>
          <p:cNvPr id="226" name="Shape 226"/>
          <p:cNvSpPr txBox="1"/>
          <p:nvPr>
            <p:ph idx="1" type="body"/>
          </p:nvPr>
        </p:nvSpPr>
        <p:spPr>
          <a:xfrm>
            <a:off x="457200" y="9715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419100" lvl="0" marL="4572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/>
              <a:t>En la empresa no hay una manera en cómo reportar problemas. </a:t>
            </a:r>
          </a:p>
          <a:p>
            <a:pPr indent="-419100" lvl="0" marL="4572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-419"/>
              <a:t>Esto lleva a :</a:t>
            </a:r>
          </a:p>
          <a:p>
            <a:pPr indent="-381000" lvl="1" marL="914400" rtl="0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b="1" lang="es-419"/>
              <a:t>Solucionar el problema de manera momentánea.</a:t>
            </a:r>
          </a:p>
          <a:p>
            <a:pPr indent="-381000" lvl="1" marL="914400" rtl="0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b="1" lang="es-419"/>
              <a:t>No se prueba el sistema en su totalidad, después de haber reparado el bug.</a:t>
            </a:r>
          </a:p>
          <a:p>
            <a:pPr indent="-381000" lvl="1" marL="914400" rtl="0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b="1" lang="es-419"/>
              <a:t>En ocasiones, no quien realizó la funcionalidad es quien repara el bug</a:t>
            </a:r>
          </a:p>
        </p:txBody>
      </p:sp>
    </p:spTree>
  </p:cSld>
  <p:clrMapOvr>
    <a:masterClrMapping/>
  </p:clrMapOvr>
  <p:transition spd="slow">
    <p:cut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 txBox="1"/>
          <p:nvPr>
            <p:ph type="title"/>
          </p:nvPr>
        </p:nvSpPr>
        <p:spPr>
          <a:xfrm>
            <a:off x="457200" y="3583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s-419"/>
              <a:t>Plantilla de reporte de problema.</a:t>
            </a:r>
          </a:p>
        </p:txBody>
      </p:sp>
      <p:sp>
        <p:nvSpPr>
          <p:cNvPr id="232" name="Shape 232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b="1" lang="es-419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VER PLANTILLA PROPUESTA PARA EL REPORTE DE ERRORES Y ACCIONES CORRECTIVAS DE SQA.</a:t>
            </a:r>
          </a:p>
        </p:txBody>
      </p:sp>
    </p:spTree>
  </p:cSld>
  <p:clrMapOvr>
    <a:masterClrMapping/>
  </p:clrMapOvr>
  <p:transition spd="slow">
    <p:cut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s-419"/>
              <a:t>Herramientas.</a:t>
            </a:r>
          </a:p>
        </p:txBody>
      </p:sp>
      <p:sp>
        <p:nvSpPr>
          <p:cNvPr id="238" name="Shape 238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s-419" sz="4800" u="sng">
                <a:solidFill>
                  <a:schemeClr val="hlink"/>
                </a:solidFill>
                <a:hlinkClick r:id="rId3"/>
              </a:rPr>
              <a:t>Ver herramientas que se usan en la empresa</a:t>
            </a:r>
          </a:p>
        </p:txBody>
      </p:sp>
    </p:spTree>
  </p:cSld>
  <p:clrMapOvr>
    <a:masterClrMapping/>
  </p:clrMapOvr>
  <p:transition spd="slow">
    <p:cut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s-419"/>
              <a:t>Plan SQA.</a:t>
            </a:r>
          </a:p>
        </p:txBody>
      </p:sp>
      <p:sp>
        <p:nvSpPr>
          <p:cNvPr id="244" name="Shape 244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s-419" sz="4800" u="sng">
                <a:solidFill>
                  <a:schemeClr val="hlink"/>
                </a:solidFill>
                <a:hlinkClick r:id="rId3"/>
              </a:rPr>
              <a:t>Ir al plan de SQA.</a:t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cap="flat" cmpd="sng" w="9525" algn="ctr">
          <a:solidFill>
            <a:schemeClr val="phClr">
              <a:shade val="95000"/>
              <a:satMod val="105000"/>
            </a:schemeClr>
          </a:solidFill>
          <a:prstDash val="solid"/>
        </a:ln>
        <a:ln cap="flat" cmpd="sng" w="25400" algn="ctr">
          <a:solidFill>
            <a:schemeClr val="phClr"/>
          </a:solidFill>
          <a:prstDash val="solid"/>
        </a:ln>
        <a:ln cap="flat" cmpd="sng" w="38100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rotWithShape="0" dir="5400000" dist="20000">
              <a:srgbClr val="000000">
                <a:alpha val="38000"/>
              </a:srgbClr>
            </a:outerShdw>
          </a:effectLst>
        </a:effectStyle>
        <a:effectStyle>
          <a:effectLst>
            <a:outerShdw blurRad="40000" rotWithShape="0" dir="5400000" dist="23000">
              <a:srgbClr val="000000">
                <a:alpha val="35000"/>
              </a:srgbClr>
            </a:outerShdw>
          </a:effectLst>
        </a:effectStyle>
        <a:effectStyle>
          <a:effectLst>
            <a:outerShdw blurRad="40000" rotWithShape="0" dir="5400000" dist="23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cap="flat" cmpd="sng" w="9525" algn="ctr">
          <a:solidFill>
            <a:schemeClr val="phClr">
              <a:shade val="95000"/>
              <a:satMod val="105000"/>
            </a:schemeClr>
          </a:solidFill>
          <a:prstDash val="solid"/>
        </a:ln>
        <a:ln cap="flat" cmpd="sng" w="25400" algn="ctr">
          <a:solidFill>
            <a:schemeClr val="phClr"/>
          </a:solidFill>
          <a:prstDash val="solid"/>
        </a:ln>
        <a:ln cap="flat" cmpd="sng" w="38100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rotWithShape="0" dir="5400000" dist="20000">
              <a:srgbClr val="000000">
                <a:alpha val="38000"/>
              </a:srgbClr>
            </a:outerShdw>
          </a:effectLst>
        </a:effectStyle>
        <a:effectStyle>
          <a:effectLst>
            <a:outerShdw blurRad="40000" rotWithShape="0" dir="5400000" dist="23000">
              <a:srgbClr val="000000">
                <a:alpha val="35000"/>
              </a:srgbClr>
            </a:outerShdw>
          </a:effectLst>
        </a:effectStyle>
        <a:effectStyle>
          <a:effectLst>
            <a:outerShdw blurRad="40000" rotWithShape="0" dir="5400000" dist="23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3.xml><?xml version="1.0" encoding="utf-8"?>
<a:theme xmlns:a="http://schemas.openxmlformats.org/drawingml/2006/main" xmlns:r="http://schemas.openxmlformats.org/officeDocument/2006/relationships" name="western">
  <a:themeElements>
    <a:clrScheme name="Custom 424">
      <a:dk1>
        <a:srgbClr val="B0271C"/>
      </a:dk1>
      <a:lt1>
        <a:srgbClr val="FFE8BB"/>
      </a:lt1>
      <a:dk2>
        <a:srgbClr val="374252"/>
      </a:dk2>
      <a:lt2>
        <a:srgbClr val="A5BDC0"/>
      </a:lt2>
      <a:accent1>
        <a:srgbClr val="C0974D"/>
      </a:accent1>
      <a:accent2>
        <a:srgbClr val="E49C5F"/>
      </a:accent2>
      <a:accent3>
        <a:srgbClr val="5D7372"/>
      </a:accent3>
      <a:accent4>
        <a:srgbClr val="B92C00"/>
      </a:accent4>
      <a:accent5>
        <a:srgbClr val="804000"/>
      </a:accent5>
      <a:accent6>
        <a:srgbClr val="A49D80"/>
      </a:accent6>
      <a:hlink>
        <a:srgbClr val="B0271C"/>
      </a:hlink>
      <a:folHlink>
        <a:srgbClr val="5B5F6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cap="flat" cmpd="sng" w="9525" algn="ctr">
          <a:solidFill>
            <a:schemeClr val="phClr">
              <a:shade val="95000"/>
              <a:satMod val="105000"/>
            </a:schemeClr>
          </a:solidFill>
          <a:prstDash val="solid"/>
        </a:ln>
        <a:ln cap="flat" cmpd="sng" w="25400" algn="ctr">
          <a:solidFill>
            <a:schemeClr val="phClr"/>
          </a:solidFill>
          <a:prstDash val="solid"/>
        </a:ln>
        <a:ln cap="flat" cmpd="sng" w="38100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rotWithShape="0" dir="5400000" dist="20000">
              <a:srgbClr val="000000">
                <a:alpha val="38000"/>
              </a:srgbClr>
            </a:outerShdw>
          </a:effectLst>
        </a:effectStyle>
        <a:effectStyle>
          <a:effectLst>
            <a:outerShdw blurRad="40000" rotWithShape="0" dir="5400000" dist="23000">
              <a:srgbClr val="000000">
                <a:alpha val="35000"/>
              </a:srgbClr>
            </a:outerShdw>
          </a:effectLst>
        </a:effectStyle>
        <a:effectStyle>
          <a:effectLst>
            <a:outerShdw blurRad="40000" rotWithShape="0" dir="5400000" dist="23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</a:theme>
</file>